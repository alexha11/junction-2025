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4"/>
  </p:notesMasterIdLst>
  <p:sldIdLst>
    <p:sldId id="315" r:id="rId5"/>
    <p:sldId id="316" r:id="rId6"/>
    <p:sldId id="319" r:id="rId7"/>
    <p:sldId id="317" r:id="rId8"/>
    <p:sldId id="320" r:id="rId9"/>
    <p:sldId id="259" r:id="rId10"/>
    <p:sldId id="261" r:id="rId11"/>
    <p:sldId id="262" r:id="rId12"/>
    <p:sldId id="263" r:id="rId13"/>
  </p:sldIdLst>
  <p:sldSz cx="12192000" cy="6858000"/>
  <p:notesSz cx="6858000" cy="9144000"/>
  <p:embeddedFontLst>
    <p:embeddedFont>
      <p:font typeface="Source Sans Pro" panose="020B0503030403020204" pitchFamily="34" charset="0"/>
      <p:regular r:id="rId15"/>
      <p:bold r:id="rId16"/>
      <p:italic r:id="rId17"/>
      <p:boldItalic r:id="rId18"/>
    </p:embeddedFont>
    <p:embeddedFont>
      <p:font typeface="Source Sans Pro Semibold" panose="020B0603030403020204" pitchFamily="34" charset="0"/>
      <p:bold r:id="rId19"/>
      <p:boldItalic r:id="rId20"/>
    </p:embeddedFont>
  </p:embeddedFontLst>
  <p:defaultTextStyle>
    <a:defPPr>
      <a:defRPr lang="en-FI"/>
    </a:defPPr>
    <a:lvl1pPr marL="0" algn="l" defTabSz="913668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1pPr>
    <a:lvl2pPr marL="456834" algn="l" defTabSz="913668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2pPr>
    <a:lvl3pPr marL="913668" algn="l" defTabSz="913668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3pPr>
    <a:lvl4pPr marL="1370503" algn="l" defTabSz="913668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4pPr>
    <a:lvl5pPr marL="1827337" algn="l" defTabSz="913668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5pPr>
    <a:lvl6pPr marL="2284172" algn="l" defTabSz="913668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6pPr>
    <a:lvl7pPr marL="2741006" algn="l" defTabSz="913668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7pPr>
    <a:lvl8pPr marL="3197840" algn="l" defTabSz="913668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8pPr>
    <a:lvl9pPr marL="3654675" algn="l" defTabSz="913668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D4E6"/>
    <a:srgbClr val="D4F2E4"/>
    <a:srgbClr val="D7F2F4"/>
    <a:srgbClr val="FFF6C2"/>
    <a:srgbClr val="D7E9E1"/>
    <a:srgbClr val="E5D8E8"/>
    <a:srgbClr val="BFEAE8"/>
    <a:srgbClr val="BDDCCF"/>
    <a:srgbClr val="F7C899"/>
    <a:srgbClr val="F7D3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3CA8A4-4668-5DEB-41BD-FFC4B9ECBB1D}" v="110" dt="2025-11-10T07:10:30.774"/>
    <p1510:client id="{A70FD1E2-6A7B-406B-B2CB-CCEB433E12FC}" v="169" dt="2025-11-10T07:49:40.8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Vaalea tyyli 2 - Korostus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Vaalea tyyli 1 - Korostus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13"/>
  </p:normalViewPr>
  <p:slideViewPr>
    <p:cSldViewPr snapToGrid="0">
      <p:cViewPr varScale="1">
        <p:scale>
          <a:sx n="147" d="100"/>
          <a:sy n="147" d="100"/>
        </p:scale>
        <p:origin x="74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lstedt Kristian" userId="S::kristian.sahlstedt@hsy.fi::291c9ac3-938b-447d-91a2-a8591bb70804" providerId="AD" clId="Web-{753CA8A4-4668-5DEB-41BD-FFC4B9ECBB1D}"/>
    <pc:docChg chg="modSld">
      <pc:chgData name="Sahlstedt Kristian" userId="S::kristian.sahlstedt@hsy.fi::291c9ac3-938b-447d-91a2-a8591bb70804" providerId="AD" clId="Web-{753CA8A4-4668-5DEB-41BD-FFC4B9ECBB1D}" dt="2025-11-10T07:10:30.758" v="105" actId="1076"/>
      <pc:docMkLst>
        <pc:docMk/>
      </pc:docMkLst>
      <pc:sldChg chg="modSp">
        <pc:chgData name="Sahlstedt Kristian" userId="S::kristian.sahlstedt@hsy.fi::291c9ac3-938b-447d-91a2-a8591bb70804" providerId="AD" clId="Web-{753CA8A4-4668-5DEB-41BD-FFC4B9ECBB1D}" dt="2025-11-10T07:10:30.758" v="105" actId="1076"/>
        <pc:sldMkLst>
          <pc:docMk/>
          <pc:sldMk cId="3919607857" sldId="317"/>
        </pc:sldMkLst>
        <pc:spChg chg="mod">
          <ac:chgData name="Sahlstedt Kristian" userId="S::kristian.sahlstedt@hsy.fi::291c9ac3-938b-447d-91a2-a8591bb70804" providerId="AD" clId="Web-{753CA8A4-4668-5DEB-41BD-FFC4B9ECBB1D}" dt="2025-11-10T07:10:30.758" v="105" actId="1076"/>
          <ac:spMkLst>
            <pc:docMk/>
            <pc:sldMk cId="3919607857" sldId="317"/>
            <ac:spMk id="4" creationId="{3AD9028C-F568-EFD1-C9D4-5980DEC62E90}"/>
          </ac:spMkLst>
        </pc:spChg>
      </pc:sldChg>
      <pc:sldChg chg="addSp modSp">
        <pc:chgData name="Sahlstedt Kristian" userId="S::kristian.sahlstedt@hsy.fi::291c9ac3-938b-447d-91a2-a8591bb70804" providerId="AD" clId="Web-{753CA8A4-4668-5DEB-41BD-FFC4B9ECBB1D}" dt="2025-11-10T07:07:22.069" v="5" actId="20577"/>
        <pc:sldMkLst>
          <pc:docMk/>
          <pc:sldMk cId="1839949752" sldId="319"/>
        </pc:sldMkLst>
        <pc:spChg chg="add mod">
          <ac:chgData name="Sahlstedt Kristian" userId="S::kristian.sahlstedt@hsy.fi::291c9ac3-938b-447d-91a2-a8591bb70804" providerId="AD" clId="Web-{753CA8A4-4668-5DEB-41BD-FFC4B9ECBB1D}" dt="2025-11-10T07:07:22.069" v="5" actId="20577"/>
          <ac:spMkLst>
            <pc:docMk/>
            <pc:sldMk cId="1839949752" sldId="319"/>
            <ac:spMk id="9" creationId="{503FC691-6454-697B-48E0-B5BC99A6517E}"/>
          </ac:spMkLst>
        </pc:spChg>
        <pc:spChg chg="mod">
          <ac:chgData name="Sahlstedt Kristian" userId="S::kristian.sahlstedt@hsy.fi::291c9ac3-938b-447d-91a2-a8591bb70804" providerId="AD" clId="Web-{753CA8A4-4668-5DEB-41BD-FFC4B9ECBB1D}" dt="2025-11-10T07:07:04.553" v="1" actId="1076"/>
          <ac:spMkLst>
            <pc:docMk/>
            <pc:sldMk cId="1839949752" sldId="319"/>
            <ac:spMk id="78" creationId="{5055D173-71CB-DE5A-8D63-B822ACA9A367}"/>
          </ac:spMkLst>
        </pc:spChg>
      </pc:sldChg>
    </pc:docChg>
  </pc:docChgLst>
  <pc:docChgLst>
    <pc:chgData name="Sahlstedt Kristian" userId="291c9ac3-938b-447d-91a2-a8591bb70804" providerId="ADAL" clId="{83BDE2DA-7E85-4916-8317-6BBFBA66275D}"/>
    <pc:docChg chg="undo redo custSel addSld modSld">
      <pc:chgData name="Sahlstedt Kristian" userId="291c9ac3-938b-447d-91a2-a8591bb70804" providerId="ADAL" clId="{83BDE2DA-7E85-4916-8317-6BBFBA66275D}" dt="2025-11-10T07:55:11.969" v="1855" actId="20577"/>
      <pc:docMkLst>
        <pc:docMk/>
      </pc:docMkLst>
      <pc:sldChg chg="add">
        <pc:chgData name="Sahlstedt Kristian" userId="291c9ac3-938b-447d-91a2-a8591bb70804" providerId="ADAL" clId="{83BDE2DA-7E85-4916-8317-6BBFBA66275D}" dt="2025-11-10T07:39:02.285" v="1534"/>
        <pc:sldMkLst>
          <pc:docMk/>
          <pc:sldMk cId="0" sldId="259"/>
        </pc:sldMkLst>
      </pc:sldChg>
      <pc:sldChg chg="add">
        <pc:chgData name="Sahlstedt Kristian" userId="291c9ac3-938b-447d-91a2-a8591bb70804" providerId="ADAL" clId="{83BDE2DA-7E85-4916-8317-6BBFBA66275D}" dt="2025-11-10T07:39:11.657" v="1535"/>
        <pc:sldMkLst>
          <pc:docMk/>
          <pc:sldMk cId="0" sldId="261"/>
        </pc:sldMkLst>
      </pc:sldChg>
      <pc:sldChg chg="modSp add mod">
        <pc:chgData name="Sahlstedt Kristian" userId="291c9ac3-938b-447d-91a2-a8591bb70804" providerId="ADAL" clId="{83BDE2DA-7E85-4916-8317-6BBFBA66275D}" dt="2025-11-10T07:51:55.318" v="1831" actId="20577"/>
        <pc:sldMkLst>
          <pc:docMk/>
          <pc:sldMk cId="0" sldId="262"/>
        </pc:sldMkLst>
        <pc:spChg chg="mod">
          <ac:chgData name="Sahlstedt Kristian" userId="291c9ac3-938b-447d-91a2-a8591bb70804" providerId="ADAL" clId="{83BDE2DA-7E85-4916-8317-6BBFBA66275D}" dt="2025-11-10T07:51:55.318" v="1831" actId="20577"/>
          <ac:spMkLst>
            <pc:docMk/>
            <pc:sldMk cId="0" sldId="262"/>
            <ac:spMk id="90" creationId="{00000000-0000-0000-0000-000000000000}"/>
          </ac:spMkLst>
        </pc:spChg>
      </pc:sldChg>
      <pc:sldChg chg="add">
        <pc:chgData name="Sahlstedt Kristian" userId="291c9ac3-938b-447d-91a2-a8591bb70804" providerId="ADAL" clId="{83BDE2DA-7E85-4916-8317-6BBFBA66275D}" dt="2025-11-10T07:39:11.657" v="1535"/>
        <pc:sldMkLst>
          <pc:docMk/>
          <pc:sldMk cId="0" sldId="263"/>
        </pc:sldMkLst>
      </pc:sldChg>
      <pc:sldChg chg="modSp mod">
        <pc:chgData name="Sahlstedt Kristian" userId="291c9ac3-938b-447d-91a2-a8591bb70804" providerId="ADAL" clId="{83BDE2DA-7E85-4916-8317-6BBFBA66275D}" dt="2025-11-03T13:06:25.064" v="1126" actId="20577"/>
        <pc:sldMkLst>
          <pc:docMk/>
          <pc:sldMk cId="2291129279" sldId="316"/>
        </pc:sldMkLst>
        <pc:spChg chg="mod">
          <ac:chgData name="Sahlstedt Kristian" userId="291c9ac3-938b-447d-91a2-a8591bb70804" providerId="ADAL" clId="{83BDE2DA-7E85-4916-8317-6BBFBA66275D}" dt="2025-11-03T13:06:25.064" v="1126" actId="20577"/>
          <ac:spMkLst>
            <pc:docMk/>
            <pc:sldMk cId="2291129279" sldId="316"/>
            <ac:spMk id="4" creationId="{AE12E705-7A2A-D5C6-46CE-DD34D5CA77A7}"/>
          </ac:spMkLst>
        </pc:spChg>
      </pc:sldChg>
      <pc:sldChg chg="modSp mod">
        <pc:chgData name="Sahlstedt Kristian" userId="291c9ac3-938b-447d-91a2-a8591bb70804" providerId="ADAL" clId="{83BDE2DA-7E85-4916-8317-6BBFBA66275D}" dt="2025-11-10T07:49:40.828" v="1656"/>
        <pc:sldMkLst>
          <pc:docMk/>
          <pc:sldMk cId="3919607857" sldId="317"/>
        </pc:sldMkLst>
        <pc:spChg chg="mod">
          <ac:chgData name="Sahlstedt Kristian" userId="291c9ac3-938b-447d-91a2-a8591bb70804" providerId="ADAL" clId="{83BDE2DA-7E85-4916-8317-6BBFBA66275D}" dt="2025-11-10T07:31:47.198" v="1405" actId="6549"/>
          <ac:spMkLst>
            <pc:docMk/>
            <pc:sldMk cId="3919607857" sldId="317"/>
            <ac:spMk id="2" creationId="{850DA188-6DC1-37CA-9889-D9C6B41D8DFC}"/>
          </ac:spMkLst>
        </pc:spChg>
        <pc:spChg chg="mod">
          <ac:chgData name="Sahlstedt Kristian" userId="291c9ac3-938b-447d-91a2-a8591bb70804" providerId="ADAL" clId="{83BDE2DA-7E85-4916-8317-6BBFBA66275D}" dt="2025-11-10T07:49:40.828" v="1656"/>
          <ac:spMkLst>
            <pc:docMk/>
            <pc:sldMk cId="3919607857" sldId="317"/>
            <ac:spMk id="4" creationId="{3AD9028C-F568-EFD1-C9D4-5980DEC62E90}"/>
          </ac:spMkLst>
        </pc:spChg>
      </pc:sldChg>
      <pc:sldChg chg="addSp delSp modSp mod">
        <pc:chgData name="Sahlstedt Kristian" userId="291c9ac3-938b-447d-91a2-a8591bb70804" providerId="ADAL" clId="{83BDE2DA-7E85-4916-8317-6BBFBA66275D}" dt="2025-11-10T07:48:25.234" v="1585" actId="20577"/>
        <pc:sldMkLst>
          <pc:docMk/>
          <pc:sldMk cId="1839949752" sldId="319"/>
        </pc:sldMkLst>
        <pc:spChg chg="mod">
          <ac:chgData name="Sahlstedt Kristian" userId="291c9ac3-938b-447d-91a2-a8591bb70804" providerId="ADAL" clId="{83BDE2DA-7E85-4916-8317-6BBFBA66275D}" dt="2025-11-10T07:48:25.234" v="1585" actId="20577"/>
          <ac:spMkLst>
            <pc:docMk/>
            <pc:sldMk cId="1839949752" sldId="319"/>
            <ac:spMk id="2" creationId="{B30EAF26-1F8B-C457-8328-6917E9DEC226}"/>
          </ac:spMkLst>
        </pc:spChg>
        <pc:spChg chg="add mod">
          <ac:chgData name="Sahlstedt Kristian" userId="291c9ac3-938b-447d-91a2-a8591bb70804" providerId="ADAL" clId="{83BDE2DA-7E85-4916-8317-6BBFBA66275D}" dt="2025-10-22T07:46:38.774" v="814" actId="164"/>
          <ac:spMkLst>
            <pc:docMk/>
            <pc:sldMk cId="1839949752" sldId="319"/>
            <ac:spMk id="4" creationId="{1C15FDC5-9CB7-83B6-459B-ABCA59646340}"/>
          </ac:spMkLst>
        </pc:spChg>
        <pc:spChg chg="add mod">
          <ac:chgData name="Sahlstedt Kristian" userId="291c9ac3-938b-447d-91a2-a8591bb70804" providerId="ADAL" clId="{83BDE2DA-7E85-4916-8317-6BBFBA66275D}" dt="2025-10-22T07:46:38.774" v="814" actId="164"/>
          <ac:spMkLst>
            <pc:docMk/>
            <pc:sldMk cId="1839949752" sldId="319"/>
            <ac:spMk id="5" creationId="{6DFF460C-FD55-067A-A46F-A33D6F88467D}"/>
          </ac:spMkLst>
        </pc:spChg>
        <pc:spChg chg="add mod">
          <ac:chgData name="Sahlstedt Kristian" userId="291c9ac3-938b-447d-91a2-a8591bb70804" providerId="ADAL" clId="{83BDE2DA-7E85-4916-8317-6BBFBA66275D}" dt="2025-10-16T12:12:15.244" v="18" actId="164"/>
          <ac:spMkLst>
            <pc:docMk/>
            <pc:sldMk cId="1839949752" sldId="319"/>
            <ac:spMk id="6" creationId="{ECC62B25-C127-399E-0CCE-773B4470635D}"/>
          </ac:spMkLst>
        </pc:spChg>
        <pc:spChg chg="add mod">
          <ac:chgData name="Sahlstedt Kristian" userId="291c9ac3-938b-447d-91a2-a8591bb70804" providerId="ADAL" clId="{83BDE2DA-7E85-4916-8317-6BBFBA66275D}" dt="2025-10-16T12:12:15.244" v="18" actId="164"/>
          <ac:spMkLst>
            <pc:docMk/>
            <pc:sldMk cId="1839949752" sldId="319"/>
            <ac:spMk id="7" creationId="{3877D075-5654-AA9B-CEA7-BFC40D68DCFB}"/>
          </ac:spMkLst>
        </pc:spChg>
        <pc:spChg chg="mod">
          <ac:chgData name="Sahlstedt Kristian" userId="291c9ac3-938b-447d-91a2-a8591bb70804" providerId="ADAL" clId="{83BDE2DA-7E85-4916-8317-6BBFBA66275D}" dt="2025-10-16T12:12:46.666" v="25"/>
          <ac:spMkLst>
            <pc:docMk/>
            <pc:sldMk cId="1839949752" sldId="319"/>
            <ac:spMk id="13" creationId="{50F4B899-3532-6ED9-6634-34CFD4B7DB2C}"/>
          </ac:spMkLst>
        </pc:spChg>
        <pc:spChg chg="mod">
          <ac:chgData name="Sahlstedt Kristian" userId="291c9ac3-938b-447d-91a2-a8591bb70804" providerId="ADAL" clId="{83BDE2DA-7E85-4916-8317-6BBFBA66275D}" dt="2025-10-16T12:12:46.666" v="25"/>
          <ac:spMkLst>
            <pc:docMk/>
            <pc:sldMk cId="1839949752" sldId="319"/>
            <ac:spMk id="14" creationId="{E54DF441-82C6-6AF1-C8D0-B14080318F3C}"/>
          </ac:spMkLst>
        </pc:spChg>
        <pc:spChg chg="mod">
          <ac:chgData name="Sahlstedt Kristian" userId="291c9ac3-938b-447d-91a2-a8591bb70804" providerId="ADAL" clId="{83BDE2DA-7E85-4916-8317-6BBFBA66275D}" dt="2025-10-16T12:12:51.590" v="27"/>
          <ac:spMkLst>
            <pc:docMk/>
            <pc:sldMk cId="1839949752" sldId="319"/>
            <ac:spMk id="16" creationId="{4488FD71-0C10-0F08-CB3B-C67AA658CFD6}"/>
          </ac:spMkLst>
        </pc:spChg>
        <pc:spChg chg="mod">
          <ac:chgData name="Sahlstedt Kristian" userId="291c9ac3-938b-447d-91a2-a8591bb70804" providerId="ADAL" clId="{83BDE2DA-7E85-4916-8317-6BBFBA66275D}" dt="2025-10-16T12:12:51.590" v="27"/>
          <ac:spMkLst>
            <pc:docMk/>
            <pc:sldMk cId="1839949752" sldId="319"/>
            <ac:spMk id="17" creationId="{2C5A5CCD-4F8C-396A-68B6-A66B5B17C189}"/>
          </ac:spMkLst>
        </pc:spChg>
        <pc:spChg chg="mod">
          <ac:chgData name="Sahlstedt Kristian" userId="291c9ac3-938b-447d-91a2-a8591bb70804" providerId="ADAL" clId="{83BDE2DA-7E85-4916-8317-6BBFBA66275D}" dt="2025-10-16T12:12:52.013" v="28"/>
          <ac:spMkLst>
            <pc:docMk/>
            <pc:sldMk cId="1839949752" sldId="319"/>
            <ac:spMk id="19" creationId="{2313C305-B583-4642-2C9B-D05D04A91B05}"/>
          </ac:spMkLst>
        </pc:spChg>
        <pc:spChg chg="mod">
          <ac:chgData name="Sahlstedt Kristian" userId="291c9ac3-938b-447d-91a2-a8591bb70804" providerId="ADAL" clId="{83BDE2DA-7E85-4916-8317-6BBFBA66275D}" dt="2025-10-16T12:12:52.013" v="28"/>
          <ac:spMkLst>
            <pc:docMk/>
            <pc:sldMk cId="1839949752" sldId="319"/>
            <ac:spMk id="20" creationId="{C67FD78C-0398-9576-5F03-91533F1F54DA}"/>
          </ac:spMkLst>
        </pc:spChg>
        <pc:spChg chg="mod">
          <ac:chgData name="Sahlstedt Kristian" userId="291c9ac3-938b-447d-91a2-a8591bb70804" providerId="ADAL" clId="{83BDE2DA-7E85-4916-8317-6BBFBA66275D}" dt="2025-10-16T12:13:17.841" v="35" actId="571"/>
          <ac:spMkLst>
            <pc:docMk/>
            <pc:sldMk cId="1839949752" sldId="319"/>
            <ac:spMk id="23" creationId="{1EEA8610-B817-DED6-0239-5AB00E2BAE95}"/>
          </ac:spMkLst>
        </pc:spChg>
        <pc:spChg chg="mod">
          <ac:chgData name="Sahlstedt Kristian" userId="291c9ac3-938b-447d-91a2-a8591bb70804" providerId="ADAL" clId="{83BDE2DA-7E85-4916-8317-6BBFBA66275D}" dt="2025-10-16T12:13:17.841" v="35" actId="571"/>
          <ac:spMkLst>
            <pc:docMk/>
            <pc:sldMk cId="1839949752" sldId="319"/>
            <ac:spMk id="24" creationId="{75BC57AD-8B18-1E7E-2E2C-A347D58F53FC}"/>
          </ac:spMkLst>
        </pc:spChg>
        <pc:spChg chg="mod">
          <ac:chgData name="Sahlstedt Kristian" userId="291c9ac3-938b-447d-91a2-a8591bb70804" providerId="ADAL" clId="{83BDE2DA-7E85-4916-8317-6BBFBA66275D}" dt="2025-10-22T07:50:08.452" v="871"/>
          <ac:spMkLst>
            <pc:docMk/>
            <pc:sldMk cId="1839949752" sldId="319"/>
            <ac:spMk id="37" creationId="{BE4D4AC5-3026-3D6C-24AC-C6034BAA0EB0}"/>
          </ac:spMkLst>
        </pc:spChg>
        <pc:spChg chg="mod">
          <ac:chgData name="Sahlstedt Kristian" userId="291c9ac3-938b-447d-91a2-a8591bb70804" providerId="ADAL" clId="{83BDE2DA-7E85-4916-8317-6BBFBA66275D}" dt="2025-10-22T07:50:08.452" v="871"/>
          <ac:spMkLst>
            <pc:docMk/>
            <pc:sldMk cId="1839949752" sldId="319"/>
            <ac:spMk id="38" creationId="{6AFA5AA6-BB75-F3E5-B878-EF1FA75F4FA0}"/>
          </ac:spMkLst>
        </pc:spChg>
        <pc:spChg chg="mod">
          <ac:chgData name="Sahlstedt Kristian" userId="291c9ac3-938b-447d-91a2-a8591bb70804" providerId="ADAL" clId="{83BDE2DA-7E85-4916-8317-6BBFBA66275D}" dt="2025-10-22T07:50:08.452" v="871"/>
          <ac:spMkLst>
            <pc:docMk/>
            <pc:sldMk cId="1839949752" sldId="319"/>
            <ac:spMk id="40" creationId="{E1FD2109-D5E5-78BF-140A-E19AAED7DD91}"/>
          </ac:spMkLst>
        </pc:spChg>
        <pc:spChg chg="mod">
          <ac:chgData name="Sahlstedt Kristian" userId="291c9ac3-938b-447d-91a2-a8591bb70804" providerId="ADAL" clId="{83BDE2DA-7E85-4916-8317-6BBFBA66275D}" dt="2025-10-22T07:50:08.452" v="871"/>
          <ac:spMkLst>
            <pc:docMk/>
            <pc:sldMk cId="1839949752" sldId="319"/>
            <ac:spMk id="41" creationId="{1AF5C767-E666-225F-E879-5DCF732D138B}"/>
          </ac:spMkLst>
        </pc:spChg>
        <pc:spChg chg="mod">
          <ac:chgData name="Sahlstedt Kristian" userId="291c9ac3-938b-447d-91a2-a8591bb70804" providerId="ADAL" clId="{83BDE2DA-7E85-4916-8317-6BBFBA66275D}" dt="2025-10-22T07:50:08.452" v="871"/>
          <ac:spMkLst>
            <pc:docMk/>
            <pc:sldMk cId="1839949752" sldId="319"/>
            <ac:spMk id="44" creationId="{D65AE80B-C86F-4391-BE3F-00B9C38D0C25}"/>
          </ac:spMkLst>
        </pc:spChg>
        <pc:spChg chg="mod">
          <ac:chgData name="Sahlstedt Kristian" userId="291c9ac3-938b-447d-91a2-a8591bb70804" providerId="ADAL" clId="{83BDE2DA-7E85-4916-8317-6BBFBA66275D}" dt="2025-10-22T07:50:08.452" v="871"/>
          <ac:spMkLst>
            <pc:docMk/>
            <pc:sldMk cId="1839949752" sldId="319"/>
            <ac:spMk id="45" creationId="{1B02FD79-B63E-6ABC-C2C1-0977FCA419C5}"/>
          </ac:spMkLst>
        </pc:spChg>
        <pc:spChg chg="mod">
          <ac:chgData name="Sahlstedt Kristian" userId="291c9ac3-938b-447d-91a2-a8591bb70804" providerId="ADAL" clId="{83BDE2DA-7E85-4916-8317-6BBFBA66275D}" dt="2025-10-22T07:50:08.452" v="871"/>
          <ac:spMkLst>
            <pc:docMk/>
            <pc:sldMk cId="1839949752" sldId="319"/>
            <ac:spMk id="47" creationId="{BF6B5190-CA8C-AB4C-2562-2DADA486B0C1}"/>
          </ac:spMkLst>
        </pc:spChg>
        <pc:spChg chg="mod">
          <ac:chgData name="Sahlstedt Kristian" userId="291c9ac3-938b-447d-91a2-a8591bb70804" providerId="ADAL" clId="{83BDE2DA-7E85-4916-8317-6BBFBA66275D}" dt="2025-10-22T07:50:08.452" v="871"/>
          <ac:spMkLst>
            <pc:docMk/>
            <pc:sldMk cId="1839949752" sldId="319"/>
            <ac:spMk id="48" creationId="{5FD3F574-B3F8-ABEA-0E4E-50D8F31FC4D4}"/>
          </ac:spMkLst>
        </pc:spChg>
        <pc:spChg chg="add mod">
          <ac:chgData name="Sahlstedt Kristian" userId="291c9ac3-938b-447d-91a2-a8591bb70804" providerId="ADAL" clId="{83BDE2DA-7E85-4916-8317-6BBFBA66275D}" dt="2025-10-22T07:54:03.223" v="991" actId="1036"/>
          <ac:spMkLst>
            <pc:docMk/>
            <pc:sldMk cId="1839949752" sldId="319"/>
            <ac:spMk id="74" creationId="{DC5700A1-DC31-A675-F5E2-738C2F837926}"/>
          </ac:spMkLst>
        </pc:spChg>
        <pc:spChg chg="add mod">
          <ac:chgData name="Sahlstedt Kristian" userId="291c9ac3-938b-447d-91a2-a8591bb70804" providerId="ADAL" clId="{83BDE2DA-7E85-4916-8317-6BBFBA66275D}" dt="2025-10-22T07:50:36.381" v="913" actId="1076"/>
          <ac:spMkLst>
            <pc:docMk/>
            <pc:sldMk cId="1839949752" sldId="319"/>
            <ac:spMk id="75" creationId="{D0BA92E4-D863-664B-C0BC-AABE1F9FFFAD}"/>
          </ac:spMkLst>
        </pc:spChg>
        <pc:spChg chg="add mod">
          <ac:chgData name="Sahlstedt Kristian" userId="291c9ac3-938b-447d-91a2-a8591bb70804" providerId="ADAL" clId="{83BDE2DA-7E85-4916-8317-6BBFBA66275D}" dt="2025-10-22T07:54:03.223" v="991" actId="1036"/>
          <ac:spMkLst>
            <pc:docMk/>
            <pc:sldMk cId="1839949752" sldId="319"/>
            <ac:spMk id="76" creationId="{3359EEA3-C4CD-9B72-39F0-7CEEC1DEFB96}"/>
          </ac:spMkLst>
        </pc:spChg>
        <pc:spChg chg="add mod">
          <ac:chgData name="Sahlstedt Kristian" userId="291c9ac3-938b-447d-91a2-a8591bb70804" providerId="ADAL" clId="{83BDE2DA-7E85-4916-8317-6BBFBA66275D}" dt="2025-10-16T12:23:56.036" v="193" actId="20577"/>
          <ac:spMkLst>
            <pc:docMk/>
            <pc:sldMk cId="1839949752" sldId="319"/>
            <ac:spMk id="77" creationId="{DF0261C4-C590-5547-B41A-4047603DD6A3}"/>
          </ac:spMkLst>
        </pc:spChg>
        <pc:spChg chg="add mod">
          <ac:chgData name="Sahlstedt Kristian" userId="291c9ac3-938b-447d-91a2-a8591bb70804" providerId="ADAL" clId="{83BDE2DA-7E85-4916-8317-6BBFBA66275D}" dt="2025-10-22T07:54:03.223" v="991" actId="1036"/>
          <ac:spMkLst>
            <pc:docMk/>
            <pc:sldMk cId="1839949752" sldId="319"/>
            <ac:spMk id="78" creationId="{5055D173-71CB-DE5A-8D63-B822ACA9A367}"/>
          </ac:spMkLst>
        </pc:spChg>
        <pc:spChg chg="add mod">
          <ac:chgData name="Sahlstedt Kristian" userId="291c9ac3-938b-447d-91a2-a8591bb70804" providerId="ADAL" clId="{83BDE2DA-7E85-4916-8317-6BBFBA66275D}" dt="2025-10-22T07:50:36.381" v="913" actId="1076"/>
          <ac:spMkLst>
            <pc:docMk/>
            <pc:sldMk cId="1839949752" sldId="319"/>
            <ac:spMk id="79" creationId="{8D08A748-A897-B597-31A4-EB8F649E585A}"/>
          </ac:spMkLst>
        </pc:spChg>
        <pc:spChg chg="add mod">
          <ac:chgData name="Sahlstedt Kristian" userId="291c9ac3-938b-447d-91a2-a8591bb70804" providerId="ADAL" clId="{83BDE2DA-7E85-4916-8317-6BBFBA66275D}" dt="2025-10-22T07:54:58.984" v="998" actId="404"/>
          <ac:spMkLst>
            <pc:docMk/>
            <pc:sldMk cId="1839949752" sldId="319"/>
            <ac:spMk id="90" creationId="{14B60457-D10B-B0CE-55C3-EEB67044A4CD}"/>
          </ac:spMkLst>
        </pc:spChg>
        <pc:spChg chg="add mod">
          <ac:chgData name="Sahlstedt Kristian" userId="291c9ac3-938b-447d-91a2-a8591bb70804" providerId="ADAL" clId="{83BDE2DA-7E85-4916-8317-6BBFBA66275D}" dt="2025-10-22T07:55:11.241" v="1002" actId="20577"/>
          <ac:spMkLst>
            <pc:docMk/>
            <pc:sldMk cId="1839949752" sldId="319"/>
            <ac:spMk id="91" creationId="{47BF1329-9C56-8937-5242-E763C9E075FE}"/>
          </ac:spMkLst>
        </pc:spChg>
        <pc:spChg chg="add mod">
          <ac:chgData name="Sahlstedt Kristian" userId="291c9ac3-938b-447d-91a2-a8591bb70804" providerId="ADAL" clId="{83BDE2DA-7E85-4916-8317-6BBFBA66275D}" dt="2025-10-22T07:55:25.004" v="1008" actId="20577"/>
          <ac:spMkLst>
            <pc:docMk/>
            <pc:sldMk cId="1839949752" sldId="319"/>
            <ac:spMk id="92" creationId="{3A7C95B2-3773-4326-13F4-A7391A62B59B}"/>
          </ac:spMkLst>
        </pc:spChg>
        <pc:spChg chg="add mod">
          <ac:chgData name="Sahlstedt Kristian" userId="291c9ac3-938b-447d-91a2-a8591bb70804" providerId="ADAL" clId="{83BDE2DA-7E85-4916-8317-6BBFBA66275D}" dt="2025-10-22T07:55:33.729" v="1013" actId="1076"/>
          <ac:spMkLst>
            <pc:docMk/>
            <pc:sldMk cId="1839949752" sldId="319"/>
            <ac:spMk id="93" creationId="{B7D68E6D-EB4E-A40E-C860-686BA6968C21}"/>
          </ac:spMkLst>
        </pc:spChg>
        <pc:spChg chg="add mod">
          <ac:chgData name="Sahlstedt Kristian" userId="291c9ac3-938b-447d-91a2-a8591bb70804" providerId="ADAL" clId="{83BDE2DA-7E85-4916-8317-6BBFBA66275D}" dt="2025-10-22T07:55:53.502" v="1016" actId="20577"/>
          <ac:spMkLst>
            <pc:docMk/>
            <pc:sldMk cId="1839949752" sldId="319"/>
            <ac:spMk id="94" creationId="{221ABA24-9D57-0ECC-42A3-59D2BD1B5D7F}"/>
          </ac:spMkLst>
        </pc:spChg>
        <pc:spChg chg="add mod">
          <ac:chgData name="Sahlstedt Kristian" userId="291c9ac3-938b-447d-91a2-a8591bb70804" providerId="ADAL" clId="{83BDE2DA-7E85-4916-8317-6BBFBA66275D}" dt="2025-10-22T07:55:56.089" v="1018" actId="20577"/>
          <ac:spMkLst>
            <pc:docMk/>
            <pc:sldMk cId="1839949752" sldId="319"/>
            <ac:spMk id="95" creationId="{1C841799-106F-F1C6-DBA6-DF0011BD307F}"/>
          </ac:spMkLst>
        </pc:spChg>
        <pc:spChg chg="add mod">
          <ac:chgData name="Sahlstedt Kristian" userId="291c9ac3-938b-447d-91a2-a8591bb70804" providerId="ADAL" clId="{83BDE2DA-7E85-4916-8317-6BBFBA66275D}" dt="2025-10-22T07:55:58.555" v="1020" actId="20577"/>
          <ac:spMkLst>
            <pc:docMk/>
            <pc:sldMk cId="1839949752" sldId="319"/>
            <ac:spMk id="96" creationId="{1AE87008-9152-C0BA-3F10-5BAACBE19171}"/>
          </ac:spMkLst>
        </pc:spChg>
        <pc:spChg chg="add mod">
          <ac:chgData name="Sahlstedt Kristian" userId="291c9ac3-938b-447d-91a2-a8591bb70804" providerId="ADAL" clId="{83BDE2DA-7E85-4916-8317-6BBFBA66275D}" dt="2025-10-22T07:56:01.186" v="1022" actId="20577"/>
          <ac:spMkLst>
            <pc:docMk/>
            <pc:sldMk cId="1839949752" sldId="319"/>
            <ac:spMk id="97" creationId="{A9245ADB-BDF6-5F46-44A4-A58BCB332376}"/>
          </ac:spMkLst>
        </pc:spChg>
        <pc:grpChg chg="add mod">
          <ac:chgData name="Sahlstedt Kristian" userId="291c9ac3-938b-447d-91a2-a8591bb70804" providerId="ADAL" clId="{83BDE2DA-7E85-4916-8317-6BBFBA66275D}" dt="2025-10-22T07:50:26.354" v="912" actId="1036"/>
          <ac:grpSpMkLst>
            <pc:docMk/>
            <pc:sldMk cId="1839949752" sldId="319"/>
            <ac:grpSpMk id="8" creationId="{6CEF8860-762B-17BB-63B8-0B7B33A64554}"/>
          </ac:grpSpMkLst>
        </pc:grpChg>
        <pc:grpChg chg="add mod">
          <ac:chgData name="Sahlstedt Kristian" userId="291c9ac3-938b-447d-91a2-a8591bb70804" providerId="ADAL" clId="{83BDE2DA-7E85-4916-8317-6BBFBA66275D}" dt="2025-10-22T07:50:26.354" v="912" actId="1036"/>
          <ac:grpSpMkLst>
            <pc:docMk/>
            <pc:sldMk cId="1839949752" sldId="319"/>
            <ac:grpSpMk id="12" creationId="{1103CBE9-1B43-BFB0-B23B-EB21721FFCDF}"/>
          </ac:grpSpMkLst>
        </pc:grpChg>
        <pc:grpChg chg="add mod">
          <ac:chgData name="Sahlstedt Kristian" userId="291c9ac3-938b-447d-91a2-a8591bb70804" providerId="ADAL" clId="{83BDE2DA-7E85-4916-8317-6BBFBA66275D}" dt="2025-10-22T07:50:26.354" v="912" actId="1036"/>
          <ac:grpSpMkLst>
            <pc:docMk/>
            <pc:sldMk cId="1839949752" sldId="319"/>
            <ac:grpSpMk id="15" creationId="{9D46AA16-4A15-8550-D862-406B237A9C87}"/>
          </ac:grpSpMkLst>
        </pc:grpChg>
        <pc:grpChg chg="add mod">
          <ac:chgData name="Sahlstedt Kristian" userId="291c9ac3-938b-447d-91a2-a8591bb70804" providerId="ADAL" clId="{83BDE2DA-7E85-4916-8317-6BBFBA66275D}" dt="2025-10-22T07:50:26.354" v="912" actId="1036"/>
          <ac:grpSpMkLst>
            <pc:docMk/>
            <pc:sldMk cId="1839949752" sldId="319"/>
            <ac:grpSpMk id="18" creationId="{B3DA35A8-3111-9C2F-152F-30737868B710}"/>
          </ac:grpSpMkLst>
        </pc:grpChg>
        <pc:grpChg chg="add mod">
          <ac:chgData name="Sahlstedt Kristian" userId="291c9ac3-938b-447d-91a2-a8591bb70804" providerId="ADAL" clId="{83BDE2DA-7E85-4916-8317-6BBFBA66275D}" dt="2025-10-22T07:54:03.223" v="991" actId="1036"/>
          <ac:grpSpMkLst>
            <pc:docMk/>
            <pc:sldMk cId="1839949752" sldId="319"/>
            <ac:grpSpMk id="21" creationId="{980904A0-154F-0C1F-044D-8AF3495AAC45}"/>
          </ac:grpSpMkLst>
        </pc:grpChg>
        <pc:grpChg chg="add mod">
          <ac:chgData name="Sahlstedt Kristian" userId="291c9ac3-938b-447d-91a2-a8591bb70804" providerId="ADAL" clId="{83BDE2DA-7E85-4916-8317-6BBFBA66275D}" dt="2025-10-22T07:50:36.381" v="913" actId="1076"/>
          <ac:grpSpMkLst>
            <pc:docMk/>
            <pc:sldMk cId="1839949752" sldId="319"/>
            <ac:grpSpMk id="22" creationId="{10EEFBB0-F809-1758-DF93-AE00487AEE06}"/>
          </ac:grpSpMkLst>
        </pc:grpChg>
        <pc:grpChg chg="add mod">
          <ac:chgData name="Sahlstedt Kristian" userId="291c9ac3-938b-447d-91a2-a8591bb70804" providerId="ADAL" clId="{83BDE2DA-7E85-4916-8317-6BBFBA66275D}" dt="2025-10-22T07:53:48.662" v="964" actId="1036"/>
          <ac:grpSpMkLst>
            <pc:docMk/>
            <pc:sldMk cId="1839949752" sldId="319"/>
            <ac:grpSpMk id="32" creationId="{E99E083F-9937-1A0A-5ADE-8458BCBD5060}"/>
          </ac:grpSpMkLst>
        </pc:grpChg>
        <pc:grpChg chg="mod">
          <ac:chgData name="Sahlstedt Kristian" userId="291c9ac3-938b-447d-91a2-a8591bb70804" providerId="ADAL" clId="{83BDE2DA-7E85-4916-8317-6BBFBA66275D}" dt="2025-10-22T07:53:48.662" v="964" actId="1036"/>
          <ac:grpSpMkLst>
            <pc:docMk/>
            <pc:sldMk cId="1839949752" sldId="319"/>
            <ac:grpSpMk id="39" creationId="{809635D8-7F11-8553-5901-CE876723B694}"/>
          </ac:grpSpMkLst>
        </pc:grpChg>
        <pc:grpChg chg="add mod">
          <ac:chgData name="Sahlstedt Kristian" userId="291c9ac3-938b-447d-91a2-a8591bb70804" providerId="ADAL" clId="{83BDE2DA-7E85-4916-8317-6BBFBA66275D}" dt="2025-10-22T07:53:48.662" v="964" actId="1036"/>
          <ac:grpSpMkLst>
            <pc:docMk/>
            <pc:sldMk cId="1839949752" sldId="319"/>
            <ac:grpSpMk id="43" creationId="{DA948EF3-FDCC-346C-5A62-5C98A6FB786B}"/>
          </ac:grpSpMkLst>
        </pc:grpChg>
        <pc:grpChg chg="mod">
          <ac:chgData name="Sahlstedt Kristian" userId="291c9ac3-938b-447d-91a2-a8591bb70804" providerId="ADAL" clId="{83BDE2DA-7E85-4916-8317-6BBFBA66275D}" dt="2025-10-22T07:53:48.662" v="964" actId="1036"/>
          <ac:grpSpMkLst>
            <pc:docMk/>
            <pc:sldMk cId="1839949752" sldId="319"/>
            <ac:grpSpMk id="46" creationId="{63D4DC0F-74CE-07CC-3A2C-AA7E6D4C92A8}"/>
          </ac:grpSpMkLst>
        </pc:grpChg>
        <pc:cxnChg chg="add mod">
          <ac:chgData name="Sahlstedt Kristian" userId="291c9ac3-938b-447d-91a2-a8591bb70804" providerId="ADAL" clId="{83BDE2DA-7E85-4916-8317-6BBFBA66275D}" dt="2025-10-22T07:54:03.223" v="991" actId="1036"/>
          <ac:cxnSpMkLst>
            <pc:docMk/>
            <pc:sldMk cId="1839949752" sldId="319"/>
            <ac:cxnSpMk id="26" creationId="{95E84E85-E1E5-9046-EF6D-EBE273DCCFDB}"/>
          </ac:cxnSpMkLst>
        </pc:cxnChg>
        <pc:cxnChg chg="add mod">
          <ac:chgData name="Sahlstedt Kristian" userId="291c9ac3-938b-447d-91a2-a8591bb70804" providerId="ADAL" clId="{83BDE2DA-7E85-4916-8317-6BBFBA66275D}" dt="2025-10-22T07:50:26.354" v="912" actId="1036"/>
          <ac:cxnSpMkLst>
            <pc:docMk/>
            <pc:sldMk cId="1839949752" sldId="319"/>
            <ac:cxnSpMk id="31" creationId="{0FDCAEC4-9097-1A12-4D2C-C65C65539EC1}"/>
          </ac:cxnSpMkLst>
        </pc:cxnChg>
        <pc:cxnChg chg="add mod">
          <ac:chgData name="Sahlstedt Kristian" userId="291c9ac3-938b-447d-91a2-a8591bb70804" providerId="ADAL" clId="{83BDE2DA-7E85-4916-8317-6BBFBA66275D}" dt="2025-10-22T07:53:48.662" v="964" actId="1036"/>
          <ac:cxnSpMkLst>
            <pc:docMk/>
            <pc:sldMk cId="1839949752" sldId="319"/>
            <ac:cxnSpMk id="36" creationId="{8FD6FC7F-715C-4AB2-E3C7-E2C794A68BB2}"/>
          </ac:cxnSpMkLst>
        </pc:cxnChg>
        <pc:cxnChg chg="add mod">
          <ac:chgData name="Sahlstedt Kristian" userId="291c9ac3-938b-447d-91a2-a8591bb70804" providerId="ADAL" clId="{83BDE2DA-7E85-4916-8317-6BBFBA66275D}" dt="2025-10-22T07:54:03.223" v="991" actId="1036"/>
          <ac:cxnSpMkLst>
            <pc:docMk/>
            <pc:sldMk cId="1839949752" sldId="319"/>
            <ac:cxnSpMk id="49" creationId="{1FD1397C-3012-68AD-D675-F22576F37E19}"/>
          </ac:cxnSpMkLst>
        </pc:cxnChg>
        <pc:cxnChg chg="add mod">
          <ac:chgData name="Sahlstedt Kristian" userId="291c9ac3-938b-447d-91a2-a8591bb70804" providerId="ADAL" clId="{83BDE2DA-7E85-4916-8317-6BBFBA66275D}" dt="2025-10-22T07:52:20.465" v="931" actId="692"/>
          <ac:cxnSpMkLst>
            <pc:docMk/>
            <pc:sldMk cId="1839949752" sldId="319"/>
            <ac:cxnSpMk id="54" creationId="{A042D0C9-5B5D-FE61-9A8B-4D82938B5BC8}"/>
          </ac:cxnSpMkLst>
        </pc:cxnChg>
        <pc:cxnChg chg="add mod">
          <ac:chgData name="Sahlstedt Kristian" userId="291c9ac3-938b-447d-91a2-a8591bb70804" providerId="ADAL" clId="{83BDE2DA-7E85-4916-8317-6BBFBA66275D}" dt="2025-10-22T07:51:59.719" v="927" actId="571"/>
          <ac:cxnSpMkLst>
            <pc:docMk/>
            <pc:sldMk cId="1839949752" sldId="319"/>
            <ac:cxnSpMk id="59" creationId="{B234EB89-D987-D8F2-BB95-64F525F32443}"/>
          </ac:cxnSpMkLst>
        </pc:cxnChg>
        <pc:cxnChg chg="add mod">
          <ac:chgData name="Sahlstedt Kristian" userId="291c9ac3-938b-447d-91a2-a8591bb70804" providerId="ADAL" clId="{83BDE2DA-7E85-4916-8317-6BBFBA66275D}" dt="2025-10-22T07:50:26.354" v="912" actId="1036"/>
          <ac:cxnSpMkLst>
            <pc:docMk/>
            <pc:sldMk cId="1839949752" sldId="319"/>
            <ac:cxnSpMk id="62" creationId="{827881EE-716B-86F3-EB1C-ADDA9D56B1EA}"/>
          </ac:cxnSpMkLst>
        </pc:cxnChg>
        <pc:cxnChg chg="add mod">
          <ac:chgData name="Sahlstedt Kristian" userId="291c9ac3-938b-447d-91a2-a8591bb70804" providerId="ADAL" clId="{83BDE2DA-7E85-4916-8317-6BBFBA66275D}" dt="2025-10-22T07:50:26.354" v="912" actId="1036"/>
          <ac:cxnSpMkLst>
            <pc:docMk/>
            <pc:sldMk cId="1839949752" sldId="319"/>
            <ac:cxnSpMk id="64" creationId="{90C5FEB6-F5CD-8A59-EF7E-706BE36ABB2E}"/>
          </ac:cxnSpMkLst>
        </pc:cxnChg>
        <pc:cxnChg chg="add mod">
          <ac:chgData name="Sahlstedt Kristian" userId="291c9ac3-938b-447d-91a2-a8591bb70804" providerId="ADAL" clId="{83BDE2DA-7E85-4916-8317-6BBFBA66275D}" dt="2025-10-22T07:51:52.130" v="926" actId="14100"/>
          <ac:cxnSpMkLst>
            <pc:docMk/>
            <pc:sldMk cId="1839949752" sldId="319"/>
            <ac:cxnSpMk id="65" creationId="{7EC5D92F-A87B-3CC6-196C-5B02B028CC63}"/>
          </ac:cxnSpMkLst>
        </pc:cxnChg>
        <pc:cxnChg chg="add mod">
          <ac:chgData name="Sahlstedt Kristian" userId="291c9ac3-938b-447d-91a2-a8591bb70804" providerId="ADAL" clId="{83BDE2DA-7E85-4916-8317-6BBFBA66275D}" dt="2025-10-22T07:52:53.897" v="936" actId="14100"/>
          <ac:cxnSpMkLst>
            <pc:docMk/>
            <pc:sldMk cId="1839949752" sldId="319"/>
            <ac:cxnSpMk id="66" creationId="{4C18413D-D852-B01D-8A2B-BF4B987589C6}"/>
          </ac:cxnSpMkLst>
        </pc:cxnChg>
        <pc:cxnChg chg="add mod">
          <ac:chgData name="Sahlstedt Kristian" userId="291c9ac3-938b-447d-91a2-a8591bb70804" providerId="ADAL" clId="{83BDE2DA-7E85-4916-8317-6BBFBA66275D}" dt="2025-10-22T07:52:30.378" v="932" actId="14100"/>
          <ac:cxnSpMkLst>
            <pc:docMk/>
            <pc:sldMk cId="1839949752" sldId="319"/>
            <ac:cxnSpMk id="67" creationId="{A013B167-0A2A-8A38-0C7C-E9CA9AB9F221}"/>
          </ac:cxnSpMkLst>
        </pc:cxnChg>
        <pc:cxnChg chg="add mod">
          <ac:chgData name="Sahlstedt Kristian" userId="291c9ac3-938b-447d-91a2-a8591bb70804" providerId="ADAL" clId="{83BDE2DA-7E85-4916-8317-6BBFBA66275D}" dt="2025-10-22T07:53:48.662" v="964" actId="1036"/>
          <ac:cxnSpMkLst>
            <pc:docMk/>
            <pc:sldMk cId="1839949752" sldId="319"/>
            <ac:cxnSpMk id="71" creationId="{1F5A585F-2463-FB2F-9625-FA658164E26D}"/>
          </ac:cxnSpMkLst>
        </pc:cxnChg>
        <pc:cxnChg chg="add mod">
          <ac:chgData name="Sahlstedt Kristian" userId="291c9ac3-938b-447d-91a2-a8591bb70804" providerId="ADAL" clId="{83BDE2DA-7E85-4916-8317-6BBFBA66275D}" dt="2025-10-22T07:54:03.223" v="991" actId="1036"/>
          <ac:cxnSpMkLst>
            <pc:docMk/>
            <pc:sldMk cId="1839949752" sldId="319"/>
            <ac:cxnSpMk id="73" creationId="{D2D26402-1C26-54D8-8399-35001C6FDE34}"/>
          </ac:cxnSpMkLst>
        </pc:cxnChg>
        <pc:cxnChg chg="add mod">
          <ac:chgData name="Sahlstedt Kristian" userId="291c9ac3-938b-447d-91a2-a8591bb70804" providerId="ADAL" clId="{83BDE2DA-7E85-4916-8317-6BBFBA66275D}" dt="2025-10-22T07:53:06.650" v="940" actId="571"/>
          <ac:cxnSpMkLst>
            <pc:docMk/>
            <pc:sldMk cId="1839949752" sldId="319"/>
            <ac:cxnSpMk id="81" creationId="{F131EA2B-E5E5-E475-93F6-CCB0691DA222}"/>
          </ac:cxnSpMkLst>
        </pc:cxnChg>
        <pc:cxnChg chg="add mod">
          <ac:chgData name="Sahlstedt Kristian" userId="291c9ac3-938b-447d-91a2-a8591bb70804" providerId="ADAL" clId="{83BDE2DA-7E85-4916-8317-6BBFBA66275D}" dt="2025-10-22T07:53:48.662" v="964" actId="1036"/>
          <ac:cxnSpMkLst>
            <pc:docMk/>
            <pc:sldMk cId="1839949752" sldId="319"/>
            <ac:cxnSpMk id="82" creationId="{E3ED1005-851B-387D-7398-DF01A344186E}"/>
          </ac:cxnSpMkLst>
        </pc:cxnChg>
        <pc:cxnChg chg="add mod">
          <ac:chgData name="Sahlstedt Kristian" userId="291c9ac3-938b-447d-91a2-a8591bb70804" providerId="ADAL" clId="{83BDE2DA-7E85-4916-8317-6BBFBA66275D}" dt="2025-10-22T07:53:19.866" v="945" actId="1076"/>
          <ac:cxnSpMkLst>
            <pc:docMk/>
            <pc:sldMk cId="1839949752" sldId="319"/>
            <ac:cxnSpMk id="85" creationId="{3730A5B5-A5CD-1899-A866-766B35F29A3C}"/>
          </ac:cxnSpMkLst>
        </pc:cxnChg>
        <pc:cxnChg chg="add mod">
          <ac:chgData name="Sahlstedt Kristian" userId="291c9ac3-938b-447d-91a2-a8591bb70804" providerId="ADAL" clId="{83BDE2DA-7E85-4916-8317-6BBFBA66275D}" dt="2025-10-22T07:53:52.286" v="966" actId="14100"/>
          <ac:cxnSpMkLst>
            <pc:docMk/>
            <pc:sldMk cId="1839949752" sldId="319"/>
            <ac:cxnSpMk id="86" creationId="{8B5F806A-70E9-4E47-A8AB-A51FC6E39C4F}"/>
          </ac:cxnSpMkLst>
        </pc:cxnChg>
      </pc:sldChg>
      <pc:sldChg chg="modSp add mod">
        <pc:chgData name="Sahlstedt Kristian" userId="291c9ac3-938b-447d-91a2-a8591bb70804" providerId="ADAL" clId="{83BDE2DA-7E85-4916-8317-6BBFBA66275D}" dt="2025-11-10T07:55:11.969" v="1855" actId="20577"/>
        <pc:sldMkLst>
          <pc:docMk/>
          <pc:sldMk cId="1569190407" sldId="320"/>
        </pc:sldMkLst>
        <pc:spChg chg="mod">
          <ac:chgData name="Sahlstedt Kristian" userId="291c9ac3-938b-447d-91a2-a8591bb70804" providerId="ADAL" clId="{83BDE2DA-7E85-4916-8317-6BBFBA66275D}" dt="2025-11-10T07:32:04.940" v="1418" actId="20577"/>
          <ac:spMkLst>
            <pc:docMk/>
            <pc:sldMk cId="1569190407" sldId="320"/>
            <ac:spMk id="2" creationId="{A9EEF5AB-2E79-DDAF-D21B-0A77BDC6D195}"/>
          </ac:spMkLst>
        </pc:spChg>
        <pc:spChg chg="mod">
          <ac:chgData name="Sahlstedt Kristian" userId="291c9ac3-938b-447d-91a2-a8591bb70804" providerId="ADAL" clId="{83BDE2DA-7E85-4916-8317-6BBFBA66275D}" dt="2025-11-10T07:55:11.969" v="1855" actId="20577"/>
          <ac:spMkLst>
            <pc:docMk/>
            <pc:sldMk cId="1569190407" sldId="320"/>
            <ac:spMk id="4" creationId="{DF1C47AD-AA9C-D3A3-E085-DEA6BF4F7A2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2354F7-8668-1642-9417-D6CC3FE13C2F}" type="datetimeFigureOut">
              <a:rPr lang="en-FI" smtClean="0"/>
              <a:t>11/10/2025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588416-97D6-034A-A369-A193627F0F71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436025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66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834" algn="l" defTabSz="91366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668" algn="l" defTabSz="91366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503" algn="l" defTabSz="91366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337" algn="l" defTabSz="91366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172" algn="l" defTabSz="91366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006" algn="l" defTabSz="91366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7840" algn="l" defTabSz="91366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675" algn="l" defTabSz="91366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13618a5d9_6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13618a5d9_6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13618a5d9_6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13618a5d9_6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13618a5d9_6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13618a5d9_6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13618a5d9_6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613618a5d9_6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sikko grafiika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582CEE22-12CB-F1A4-49B8-DF45A93D14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12192000" cy="3429000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FI" dirty="0"/>
          </a:p>
        </p:txBody>
      </p:sp>
      <p:sp>
        <p:nvSpPr>
          <p:cNvPr id="4" name="Title 24">
            <a:extLst>
              <a:ext uri="{FF2B5EF4-FFF2-40B4-BE49-F238E27FC236}">
                <a16:creationId xmlns:a16="http://schemas.microsoft.com/office/drawing/2014/main" id="{6130EDB5-D3AB-670C-85E1-5DF66234E4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97" y="3720661"/>
            <a:ext cx="9329263" cy="649927"/>
          </a:xfrm>
        </p:spPr>
        <p:txBody>
          <a:bodyPr>
            <a:noAutofit/>
          </a:bodyPr>
          <a:lstStyle>
            <a:lvl1pPr>
              <a:defRPr sz="3800" b="1" i="0">
                <a:latin typeface="+mj-lt"/>
                <a:ea typeface="Source Sans Pro Semibold" panose="020B0503030403020204" pitchFamily="34" charset="0"/>
              </a:defRPr>
            </a:lvl1pPr>
          </a:lstStyle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1CA9EF2-C86F-42F1-9568-3EB2454C519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76412" y="4360598"/>
            <a:ext cx="9287849" cy="649927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00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sz="2000">
                <a:solidFill>
                  <a:schemeClr val="tx1"/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/>
                </a:solidFill>
              </a:defRPr>
            </a:lvl3pPr>
            <a:lvl4pPr>
              <a:lnSpc>
                <a:spcPct val="90000"/>
              </a:lnSpc>
              <a:defRPr sz="2000">
                <a:solidFill>
                  <a:schemeClr val="tx1"/>
                </a:solidFill>
              </a:defRPr>
            </a:lvl4pPr>
            <a:lvl5pPr>
              <a:lnSpc>
                <a:spcPct val="90000"/>
              </a:lnSpc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fi-FI" dirty="0"/>
              <a:t>Esityksen päiväys, nettiosoite </a:t>
            </a:r>
            <a:r>
              <a:rPr lang="fi-FI" dirty="0" err="1"/>
              <a:t>tmv</a:t>
            </a:r>
            <a:r>
              <a:rPr lang="fi-FI" dirty="0"/>
              <a:t>. tieto</a:t>
            </a:r>
            <a:endParaRPr lang="en-FI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04E2F61-5B9D-8453-F973-E510DA621092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60637" y="5312382"/>
            <a:ext cx="4980778" cy="1072868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20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2000"/>
            </a:lvl3pPr>
            <a:lvl4pPr>
              <a:lnSpc>
                <a:spcPct val="90000"/>
              </a:lnSpc>
              <a:defRPr sz="2000"/>
            </a:lvl4pPr>
            <a:lvl5pPr>
              <a:lnSpc>
                <a:spcPct val="90000"/>
              </a:lnSpc>
              <a:defRPr sz="2000"/>
            </a:lvl5pPr>
          </a:lstStyle>
          <a:p>
            <a:pPr lvl="0"/>
            <a:r>
              <a:rPr lang="en-GB" dirty="0" err="1"/>
              <a:t>Tarkentava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02099A-9F89-27B5-FCB5-F57F4BD236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32764" y="3660520"/>
            <a:ext cx="1929686" cy="1047909"/>
          </a:xfrm>
          <a:prstGeom prst="rect">
            <a:avLst/>
          </a:prstGeom>
        </p:spPr>
      </p:pic>
      <p:pic>
        <p:nvPicPr>
          <p:cNvPr id="2" name="Picture Placeholder 10">
            <a:extLst>
              <a:ext uri="{FF2B5EF4-FFF2-40B4-BE49-F238E27FC236}">
                <a16:creationId xmlns:a16="http://schemas.microsoft.com/office/drawing/2014/main" id="{230AB870-610B-67F9-BEF5-ADCD696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175" b="175"/>
          <a:stretch>
            <a:fillRect/>
          </a:stretch>
        </p:blipFill>
        <p:spPr>
          <a:xfrm>
            <a:off x="0" y="0"/>
            <a:ext cx="1219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720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, valkoinen poh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9569-ADC0-B9AF-304C-E67EA7DB31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3800"/>
            </a:lvl1pPr>
          </a:lstStyle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F6636-CBCF-1F5C-8F20-0991733611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 err="1"/>
              <a:t>Alaotsikko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4171612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, sininen pohja">
    <p:bg>
      <p:bgPr>
        <a:solidFill>
          <a:srgbClr val="D7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9569-ADC0-B9AF-304C-E67EA7DB31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3800"/>
            </a:lvl1pPr>
          </a:lstStyle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F6636-CBCF-1F5C-8F20-0991733611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 err="1"/>
              <a:t>Alaotsikko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750554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, keltainen pohja">
    <p:bg>
      <p:bgPr>
        <a:solidFill>
          <a:srgbClr val="FFF6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9569-ADC0-B9AF-304C-E67EA7DB31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3800"/>
            </a:lvl1pPr>
          </a:lstStyle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F6636-CBCF-1F5C-8F20-0991733611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 err="1"/>
              <a:t>Alaotsikko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724166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, vihreä pohja">
    <p:bg>
      <p:bgPr>
        <a:solidFill>
          <a:srgbClr val="D7E9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9569-ADC0-B9AF-304C-E67EA7DB31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3800"/>
            </a:lvl1pPr>
          </a:lstStyle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F6636-CBCF-1F5C-8F20-0991733611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 err="1"/>
              <a:t>Alaotsikko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57492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sikko kuva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582CEE22-12CB-F1A4-49B8-DF45A93D14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12192000" cy="3429000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FI" dirty="0"/>
          </a:p>
        </p:txBody>
      </p:sp>
      <p:sp>
        <p:nvSpPr>
          <p:cNvPr id="4" name="Title 24">
            <a:extLst>
              <a:ext uri="{FF2B5EF4-FFF2-40B4-BE49-F238E27FC236}">
                <a16:creationId xmlns:a16="http://schemas.microsoft.com/office/drawing/2014/main" id="{6130EDB5-D3AB-670C-85E1-5DF66234E4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98" y="3720661"/>
            <a:ext cx="7775868" cy="809668"/>
          </a:xfrm>
        </p:spPr>
        <p:txBody>
          <a:bodyPr>
            <a:noAutofit/>
          </a:bodyPr>
          <a:lstStyle>
            <a:lvl1pPr>
              <a:defRPr sz="38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1CA9EF2-C86F-42F1-9568-3EB2454C519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76413" y="4360598"/>
            <a:ext cx="4980778" cy="649927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00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sz="2000">
                <a:solidFill>
                  <a:schemeClr val="tx1"/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/>
                </a:solidFill>
              </a:defRPr>
            </a:lvl3pPr>
            <a:lvl4pPr>
              <a:lnSpc>
                <a:spcPct val="90000"/>
              </a:lnSpc>
              <a:defRPr sz="2000">
                <a:solidFill>
                  <a:schemeClr val="tx1"/>
                </a:solidFill>
              </a:defRPr>
            </a:lvl4pPr>
            <a:lvl5pPr>
              <a:lnSpc>
                <a:spcPct val="90000"/>
              </a:lnSpc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Nettiosoite</a:t>
            </a:r>
            <a:r>
              <a:rPr lang="en-GB" dirty="0"/>
              <a:t> </a:t>
            </a:r>
            <a:r>
              <a:rPr lang="en-GB" dirty="0" err="1"/>
              <a:t>tms</a:t>
            </a:r>
            <a:r>
              <a:rPr lang="en-GB" dirty="0"/>
              <a:t>. </a:t>
            </a:r>
            <a:r>
              <a:rPr lang="en-GB" dirty="0" err="1"/>
              <a:t>tähän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04E2F61-5B9D-8453-F973-E510DA621092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60637" y="5312382"/>
            <a:ext cx="4980778" cy="1072868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20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2000"/>
            </a:lvl3pPr>
            <a:lvl4pPr>
              <a:lnSpc>
                <a:spcPct val="90000"/>
              </a:lnSpc>
              <a:defRPr sz="2000"/>
            </a:lvl4pPr>
            <a:lvl5pPr>
              <a:lnSpc>
                <a:spcPct val="90000"/>
              </a:lnSpc>
              <a:defRPr sz="2000"/>
            </a:lvl5pPr>
          </a:lstStyle>
          <a:p>
            <a:pPr lvl="0"/>
            <a:r>
              <a:rPr lang="en-GB" dirty="0" err="1"/>
              <a:t>Tarkentava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02099A-9F89-27B5-FCB5-F57F4BD236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32764" y="3660520"/>
            <a:ext cx="1929686" cy="104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710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sikko ja 3 palsta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582CEE22-12CB-F1A4-49B8-DF45A93D14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9000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FI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02099A-9F89-27B5-FCB5-F57F4BD236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32764" y="3660520"/>
            <a:ext cx="1929686" cy="1047909"/>
          </a:xfrm>
          <a:prstGeom prst="rect">
            <a:avLst/>
          </a:prstGeom>
        </p:spPr>
      </p:pic>
      <p:sp>
        <p:nvSpPr>
          <p:cNvPr id="4" name="Title 24">
            <a:extLst>
              <a:ext uri="{FF2B5EF4-FFF2-40B4-BE49-F238E27FC236}">
                <a16:creationId xmlns:a16="http://schemas.microsoft.com/office/drawing/2014/main" id="{6130EDB5-D3AB-670C-85E1-5DF66234E4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2894" y="3720661"/>
            <a:ext cx="9142182" cy="809668"/>
          </a:xfrm>
        </p:spPr>
        <p:txBody>
          <a:bodyPr>
            <a:noAutofit/>
          </a:bodyPr>
          <a:lstStyle>
            <a:lvl1pPr>
              <a:defRPr sz="38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1CA9EF2-C86F-42F1-9568-3EB2454C519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76820" y="4360598"/>
            <a:ext cx="9142181" cy="649927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00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fi-FI" dirty="0"/>
              <a:t>Esityksen päiväys, nettiosoite </a:t>
            </a:r>
            <a:r>
              <a:rPr lang="fi-FI" dirty="0" err="1"/>
              <a:t>tmv</a:t>
            </a:r>
            <a:r>
              <a:rPr lang="fi-FI" dirty="0"/>
              <a:t>. tieto</a:t>
            </a:r>
            <a:endParaRPr lang="en-GB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67AA70C-769E-E6DB-B8F8-D0008956CB7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51183" y="5041355"/>
            <a:ext cx="3323511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GB" dirty="0" err="1"/>
              <a:t>Otsikko</a:t>
            </a:r>
            <a:endParaRPr lang="en-FI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A0C2D66-E4C5-B53B-6622-00BC5F077CE5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359275" y="5473765"/>
            <a:ext cx="3323510" cy="91085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86C157A0-A52B-F01C-B9A1-F78C7550FFC9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171154" y="5041355"/>
            <a:ext cx="3323511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GB" dirty="0" err="1"/>
              <a:t>Otsikko</a:t>
            </a:r>
            <a:endParaRPr lang="en-FI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B2FD37D-0CF1-6D49-BA0F-3D3036155069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4187791" y="5473765"/>
            <a:ext cx="3323510" cy="91085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D5325FA-8C04-5567-5D54-DE704893CCD8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7991124" y="5041355"/>
            <a:ext cx="3323511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GB" dirty="0" err="1"/>
              <a:t>Otsikko</a:t>
            </a:r>
            <a:endParaRPr lang="en-FI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BDB63FE-EBE3-D34B-D90D-AC24A292FB5D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8016307" y="5473765"/>
            <a:ext cx="3323510" cy="91085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112027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inen kolme palsta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82B240B-22FA-1275-A175-86CD093728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32766" y="420740"/>
            <a:ext cx="1710331" cy="92878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FA91CC6-DF8C-7985-234D-9908D6F6A3DD}"/>
              </a:ext>
            </a:extLst>
          </p:cNvPr>
          <p:cNvSpPr/>
          <p:nvPr userDrawn="1"/>
        </p:nvSpPr>
        <p:spPr>
          <a:xfrm>
            <a:off x="0" y="2"/>
            <a:ext cx="12192000" cy="3415205"/>
          </a:xfrm>
          <a:prstGeom prst="rect">
            <a:avLst/>
          </a:prstGeom>
          <a:solidFill>
            <a:srgbClr val="D7F2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6" name="Title 24">
            <a:extLst>
              <a:ext uri="{FF2B5EF4-FFF2-40B4-BE49-F238E27FC236}">
                <a16:creationId xmlns:a16="http://schemas.microsoft.com/office/drawing/2014/main" id="{E90B1D43-0FA1-492A-F76E-7622C1E2CE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4" y="539859"/>
            <a:ext cx="5157787" cy="809668"/>
          </a:xfrm>
        </p:spPr>
        <p:txBody>
          <a:bodyPr>
            <a:noAutofit/>
          </a:bodyPr>
          <a:lstStyle/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E15998-D2E6-E680-CFA6-EA3368E34850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1181" y="1949600"/>
            <a:ext cx="7755048" cy="1169615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/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/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/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/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Ingressi</a:t>
            </a:r>
            <a:endParaRPr lang="en-FI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98D6F7D-1F01-A1AB-127C-FC48FA91176D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51183" y="4031860"/>
            <a:ext cx="3323511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/ </a:t>
            </a:r>
            <a:r>
              <a:rPr lang="en-GB" dirty="0" err="1"/>
              <a:t>nro</a:t>
            </a:r>
            <a:endParaRPr lang="en-FI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212BF07A-2026-95A1-5D30-7579CB18F07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351183" y="4492173"/>
            <a:ext cx="3323510" cy="1589518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E5E3D384-DE38-4086-6425-13C9218DABE0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171154" y="4031860"/>
            <a:ext cx="3323511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/ </a:t>
            </a:r>
            <a:r>
              <a:rPr lang="en-GB" dirty="0" err="1"/>
              <a:t>nro</a:t>
            </a:r>
            <a:endParaRPr lang="en-FI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9671972-3FFC-E610-8D63-7876D3E03C75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4179699" y="4492173"/>
            <a:ext cx="3323510" cy="1589518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DDF4EC69-E972-2758-D6ED-000D048AABDE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7991124" y="4031860"/>
            <a:ext cx="3323511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/ </a:t>
            </a:r>
            <a:r>
              <a:rPr lang="en-GB" dirty="0" err="1"/>
              <a:t>nro</a:t>
            </a:r>
            <a:endParaRPr lang="en-FI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D3B9557B-7122-ED20-45C9-399E170F4008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8008215" y="4492173"/>
            <a:ext cx="3323510" cy="1589518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837481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ltainen kolme palsta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82B240B-22FA-1275-A175-86CD093728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32766" y="420740"/>
            <a:ext cx="1710331" cy="92878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FA91CC6-DF8C-7985-234D-9908D6F6A3DD}"/>
              </a:ext>
            </a:extLst>
          </p:cNvPr>
          <p:cNvSpPr/>
          <p:nvPr userDrawn="1"/>
        </p:nvSpPr>
        <p:spPr>
          <a:xfrm>
            <a:off x="0" y="2"/>
            <a:ext cx="12192000" cy="3415205"/>
          </a:xfrm>
          <a:prstGeom prst="rect">
            <a:avLst/>
          </a:prstGeom>
          <a:solidFill>
            <a:srgbClr val="FFF6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6" name="Title 24">
            <a:extLst>
              <a:ext uri="{FF2B5EF4-FFF2-40B4-BE49-F238E27FC236}">
                <a16:creationId xmlns:a16="http://schemas.microsoft.com/office/drawing/2014/main" id="{E90B1D43-0FA1-492A-F76E-7622C1E2CE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4" y="539859"/>
            <a:ext cx="5157787" cy="809668"/>
          </a:xfrm>
        </p:spPr>
        <p:txBody>
          <a:bodyPr>
            <a:noAutofit/>
          </a:bodyPr>
          <a:lstStyle/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E15998-D2E6-E680-CFA6-EA3368E34850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1181" y="1949600"/>
            <a:ext cx="7755048" cy="1169615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/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/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/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/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Ingressi</a:t>
            </a:r>
            <a:endParaRPr lang="en-FI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98D6F7D-1F01-A1AB-127C-FC48FA91176D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51183" y="4031860"/>
            <a:ext cx="3323511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/ </a:t>
            </a:r>
            <a:r>
              <a:rPr lang="en-GB" dirty="0" err="1"/>
              <a:t>nro</a:t>
            </a:r>
            <a:endParaRPr lang="en-FI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212BF07A-2026-95A1-5D30-7579CB18F07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351183" y="4492173"/>
            <a:ext cx="3323510" cy="1589518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E5E3D384-DE38-4086-6425-13C9218DABE0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171154" y="4031860"/>
            <a:ext cx="3323511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/ </a:t>
            </a:r>
            <a:r>
              <a:rPr lang="en-GB" dirty="0" err="1"/>
              <a:t>nro</a:t>
            </a:r>
            <a:endParaRPr lang="en-FI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9671972-3FFC-E610-8D63-7876D3E03C75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4179699" y="4492173"/>
            <a:ext cx="3323510" cy="1589518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DDF4EC69-E972-2758-D6ED-000D048AABDE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7991124" y="4031860"/>
            <a:ext cx="3323511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/ </a:t>
            </a:r>
            <a:r>
              <a:rPr lang="en-GB" dirty="0" err="1"/>
              <a:t>nro</a:t>
            </a:r>
            <a:endParaRPr lang="en-FI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D3B9557B-7122-ED20-45C9-399E170F4008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8008215" y="4492173"/>
            <a:ext cx="3323510" cy="1589518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786439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hreä kolme palsta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82B240B-22FA-1275-A175-86CD093728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32766" y="420740"/>
            <a:ext cx="1710331" cy="92878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FA91CC6-DF8C-7985-234D-9908D6F6A3DD}"/>
              </a:ext>
            </a:extLst>
          </p:cNvPr>
          <p:cNvSpPr/>
          <p:nvPr userDrawn="1"/>
        </p:nvSpPr>
        <p:spPr>
          <a:xfrm>
            <a:off x="0" y="2"/>
            <a:ext cx="12192000" cy="3415205"/>
          </a:xfrm>
          <a:prstGeom prst="rect">
            <a:avLst/>
          </a:prstGeom>
          <a:solidFill>
            <a:srgbClr val="D7E9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6" name="Title 24">
            <a:extLst>
              <a:ext uri="{FF2B5EF4-FFF2-40B4-BE49-F238E27FC236}">
                <a16:creationId xmlns:a16="http://schemas.microsoft.com/office/drawing/2014/main" id="{E90B1D43-0FA1-492A-F76E-7622C1E2CE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4" y="539859"/>
            <a:ext cx="5157787" cy="809668"/>
          </a:xfrm>
        </p:spPr>
        <p:txBody>
          <a:bodyPr>
            <a:noAutofit/>
          </a:bodyPr>
          <a:lstStyle/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E15998-D2E6-E680-CFA6-EA3368E34850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1181" y="1949600"/>
            <a:ext cx="7755048" cy="1169615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/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/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/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/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Ingressi</a:t>
            </a:r>
            <a:endParaRPr lang="en-FI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98D6F7D-1F01-A1AB-127C-FC48FA91176D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51183" y="4031860"/>
            <a:ext cx="3323511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/ </a:t>
            </a:r>
            <a:r>
              <a:rPr lang="en-GB" dirty="0" err="1"/>
              <a:t>nro</a:t>
            </a:r>
            <a:endParaRPr lang="en-FI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212BF07A-2026-95A1-5D30-7579CB18F07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351183" y="4492173"/>
            <a:ext cx="3323510" cy="1589518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E5E3D384-DE38-4086-6425-13C9218DABE0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171154" y="4031860"/>
            <a:ext cx="3323511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/ </a:t>
            </a:r>
            <a:r>
              <a:rPr lang="en-GB" dirty="0" err="1"/>
              <a:t>nro</a:t>
            </a:r>
            <a:endParaRPr lang="en-FI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9671972-3FFC-E610-8D63-7876D3E03C75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4179699" y="4492173"/>
            <a:ext cx="3323510" cy="1589518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DDF4EC69-E972-2758-D6ED-000D048AABDE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7991124" y="4031860"/>
            <a:ext cx="3323511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/ </a:t>
            </a:r>
            <a:r>
              <a:rPr lang="en-GB" dirty="0" err="1"/>
              <a:t>nro</a:t>
            </a:r>
            <a:endParaRPr lang="en-FI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D3B9557B-7122-ED20-45C9-399E170F4008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8008215" y="4492173"/>
            <a:ext cx="3323510" cy="1589518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4235469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i ja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4">
            <a:extLst>
              <a:ext uri="{FF2B5EF4-FFF2-40B4-BE49-F238E27FC236}">
                <a16:creationId xmlns:a16="http://schemas.microsoft.com/office/drawing/2014/main" id="{8E077AE7-3EE5-BD68-D892-59B3ADC40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4" y="539859"/>
            <a:ext cx="5744816" cy="809668"/>
          </a:xfrm>
        </p:spPr>
        <p:txBody>
          <a:bodyPr>
            <a:noAutofit/>
          </a:bodyPr>
          <a:lstStyle/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582CEE22-12CB-F1A4-49B8-DF45A93D142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6096000" cy="6858000"/>
          </a:xfrm>
          <a:ln>
            <a:noFill/>
          </a:ln>
        </p:spPr>
        <p:txBody>
          <a:bodyPr/>
          <a:lstStyle/>
          <a:p>
            <a:r>
              <a:rPr lang="en-FI" dirty="0"/>
              <a:t>Kuva tähän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D83794B-9F6C-BDEF-326C-BE1E6BDBEB8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51184" y="2573443"/>
            <a:ext cx="5157787" cy="368458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509859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gressi, teksti ja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582CEE22-12CB-F1A4-49B8-DF45A93D142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6096000" cy="6858000"/>
          </a:xfrm>
          <a:ln>
            <a:noFill/>
          </a:ln>
        </p:spPr>
        <p:txBody>
          <a:bodyPr/>
          <a:lstStyle/>
          <a:p>
            <a:r>
              <a:rPr lang="en-FI" dirty="0"/>
              <a:t>Kuva tähän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D83794B-9F6C-BDEF-326C-BE1E6BDBEB8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51184" y="3745282"/>
            <a:ext cx="5157787" cy="250653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90DC33-BA7A-4AEE-C988-5F76D40860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5151" y="420739"/>
            <a:ext cx="1077944" cy="585374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7F27510-1C91-807B-DB54-EE4985D6A609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51184" y="1843317"/>
            <a:ext cx="5157787" cy="172660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400"/>
            </a:lvl2pPr>
            <a:lvl3pPr>
              <a:lnSpc>
                <a:spcPct val="90000"/>
              </a:lnSpc>
              <a:defRPr sz="2400"/>
            </a:lvl3pPr>
            <a:lvl4pPr>
              <a:lnSpc>
                <a:spcPct val="90000"/>
              </a:lnSpc>
              <a:defRPr sz="2400"/>
            </a:lvl4pPr>
            <a:lvl5pPr>
              <a:lnSpc>
                <a:spcPct val="90000"/>
              </a:lnSpc>
              <a:defRPr sz="2400"/>
            </a:lvl5pPr>
          </a:lstStyle>
          <a:p>
            <a:pPr lvl="0"/>
            <a:r>
              <a:rPr lang="en-GB" dirty="0" err="1"/>
              <a:t>Ingressi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6" name="Title 24">
            <a:extLst>
              <a:ext uri="{FF2B5EF4-FFF2-40B4-BE49-F238E27FC236}">
                <a16:creationId xmlns:a16="http://schemas.microsoft.com/office/drawing/2014/main" id="{472ECFA7-47E3-B0FF-915C-6A0E6C4399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4" y="548172"/>
            <a:ext cx="5744816" cy="809668"/>
          </a:xfrm>
        </p:spPr>
        <p:txBody>
          <a:bodyPr>
            <a:noAutofit/>
          </a:bodyPr>
          <a:lstStyle/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443523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va, 2 otsikkoa ja 2 teksti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182DAB57-8092-AE79-8B73-4ACAB8846C5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6000" cy="6858000"/>
          </a:xfrm>
          <a:ln>
            <a:noFill/>
          </a:ln>
        </p:spPr>
        <p:txBody>
          <a:bodyPr/>
          <a:lstStyle/>
          <a:p>
            <a:r>
              <a:rPr lang="en-FI" dirty="0"/>
              <a:t>Kuva tähän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18465A5-159D-3858-DEEA-C4D081D20296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965628" y="1667590"/>
            <a:ext cx="4152453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 err="1"/>
              <a:t>Otsikko</a:t>
            </a:r>
            <a:endParaRPr lang="en-FI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D3B9557B-7122-ED20-45C9-399E170F4008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6965628" y="2221907"/>
            <a:ext cx="4152452" cy="1589518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733D959-6DA2-3B9C-EC40-38AF014BB9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6965628" y="4017683"/>
            <a:ext cx="4152453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 err="1"/>
              <a:t>Otsikko</a:t>
            </a:r>
            <a:endParaRPr lang="en-FI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C1E7895-1FAD-234A-B311-168860E88E6B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965628" y="4572000"/>
            <a:ext cx="4152452" cy="1589518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09766C2-5B51-0750-08A0-A313028526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5151" y="420739"/>
            <a:ext cx="1077944" cy="58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9914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i, kuva+kuva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4">
            <a:extLst>
              <a:ext uri="{FF2B5EF4-FFF2-40B4-BE49-F238E27FC236}">
                <a16:creationId xmlns:a16="http://schemas.microsoft.com/office/drawing/2014/main" id="{8E077AE7-3EE5-BD68-D892-59B3ADC40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4" y="539859"/>
            <a:ext cx="5744816" cy="809668"/>
          </a:xfrm>
        </p:spPr>
        <p:txBody>
          <a:bodyPr>
            <a:noAutofit/>
          </a:bodyPr>
          <a:lstStyle/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D83794B-9F6C-BDEF-326C-BE1E6BDBEB8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51184" y="2573443"/>
            <a:ext cx="5157787" cy="368458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582CEE22-12CB-F1A4-49B8-DF45A93D142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2"/>
            <a:ext cx="6096000" cy="5566229"/>
          </a:xfrm>
          <a:ln>
            <a:noFill/>
          </a:ln>
        </p:spPr>
        <p:txBody>
          <a:bodyPr>
            <a:noAutofit/>
          </a:bodyPr>
          <a:lstStyle/>
          <a:p>
            <a:r>
              <a:rPr lang="en-FI" dirty="0"/>
              <a:t>Kuva tähän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879AB8-F64B-9923-451B-EF06E2886D0D}"/>
              </a:ext>
            </a:extLst>
          </p:cNvPr>
          <p:cNvSpPr/>
          <p:nvPr userDrawn="1"/>
        </p:nvSpPr>
        <p:spPr>
          <a:xfrm>
            <a:off x="6096000" y="5566231"/>
            <a:ext cx="6096000" cy="12917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E359399-ED97-1537-0593-2A6B9C447F8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489814" y="5833760"/>
            <a:ext cx="5351005" cy="848545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1700">
                <a:solidFill>
                  <a:schemeClr val="bg1"/>
                </a:solidFill>
              </a:defRPr>
            </a:lvl1pPr>
            <a:lvl2pPr>
              <a:lnSpc>
                <a:spcPct val="90000"/>
              </a:lnSpc>
              <a:defRPr sz="140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 sz="14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 sz="1400"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 err="1"/>
              <a:t>Kuvateksti</a:t>
            </a:r>
            <a:r>
              <a:rPr lang="en-GB" dirty="0"/>
              <a:t>.</a:t>
            </a:r>
            <a:endParaRPr lang="en-FI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9945CF-6E99-1C19-550A-37DDB21A8F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5151" y="420739"/>
            <a:ext cx="1077944" cy="58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9467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inen kaksi palsta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4">
            <a:extLst>
              <a:ext uri="{FF2B5EF4-FFF2-40B4-BE49-F238E27FC236}">
                <a16:creationId xmlns:a16="http://schemas.microsoft.com/office/drawing/2014/main" id="{794BDEA6-51E5-109C-576B-CADA386221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4" y="539859"/>
            <a:ext cx="5673603" cy="1096662"/>
          </a:xfrm>
        </p:spPr>
        <p:txBody>
          <a:bodyPr>
            <a:noAutofit/>
          </a:bodyPr>
          <a:lstStyle/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94D4F37-6AFA-E728-E5FE-9781E0FC4BC7}"/>
              </a:ext>
            </a:extLst>
          </p:cNvPr>
          <p:cNvSpPr/>
          <p:nvPr userDrawn="1"/>
        </p:nvSpPr>
        <p:spPr>
          <a:xfrm>
            <a:off x="6024787" y="-7388"/>
            <a:ext cx="6268653" cy="6865388"/>
          </a:xfrm>
          <a:prstGeom prst="rect">
            <a:avLst/>
          </a:prstGeom>
          <a:solidFill>
            <a:srgbClr val="D7F2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7512599D-C4A3-7285-D544-46ABB28F979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68967" y="1636521"/>
            <a:ext cx="5655820" cy="649927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 dirty="0" err="1"/>
              <a:t>Nettiosoite</a:t>
            </a:r>
            <a:r>
              <a:rPr lang="en-GB" dirty="0"/>
              <a:t> </a:t>
            </a:r>
            <a:r>
              <a:rPr lang="en-GB" dirty="0" err="1"/>
              <a:t>tms</a:t>
            </a:r>
            <a:r>
              <a:rPr lang="en-GB" dirty="0"/>
              <a:t>.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AC0C2082-E02B-7615-5078-E055C54DC0A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351184" y="2573443"/>
            <a:ext cx="5157787" cy="368458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91B755BA-8840-3D44-B652-5791B8FD881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871625" y="2111132"/>
            <a:ext cx="3913168" cy="649927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400" b="1" i="0">
                <a:solidFill>
                  <a:schemeClr val="tx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>
              <a:lnSpc>
                <a:spcPct val="90000"/>
              </a:lnSpc>
              <a:defRPr sz="2400" b="1" i="0">
                <a:solidFill>
                  <a:schemeClr val="tx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>
              <a:lnSpc>
                <a:spcPct val="90000"/>
              </a:lnSpc>
              <a:defRPr sz="2400" b="1" i="0">
                <a:solidFill>
                  <a:schemeClr val="tx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>
              <a:lnSpc>
                <a:spcPct val="90000"/>
              </a:lnSpc>
              <a:defRPr sz="2400" b="1" i="0">
                <a:solidFill>
                  <a:schemeClr val="tx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>
              <a:lnSpc>
                <a:spcPct val="90000"/>
              </a:lnSpc>
              <a:defRPr sz="2400" b="1" i="0">
                <a:solidFill>
                  <a:schemeClr val="tx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37" name="Content Placeholder 3">
            <a:extLst>
              <a:ext uri="{FF2B5EF4-FFF2-40B4-BE49-F238E27FC236}">
                <a16:creationId xmlns:a16="http://schemas.microsoft.com/office/drawing/2014/main" id="{49CC72D3-863D-1499-3D44-F0B199FE876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880170" y="2889637"/>
            <a:ext cx="4451554" cy="3368394"/>
          </a:xfrm>
        </p:spPr>
        <p:txBody>
          <a:bodyPr anchor="t">
            <a:noAutofit/>
          </a:bodyPr>
          <a:lstStyle>
            <a:lvl1pPr marL="216000" indent="-21600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GB" dirty="0"/>
              <a:t>Bullet points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1DC6651-6E5E-FD9B-E147-8BFA9037C9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5151" y="420739"/>
            <a:ext cx="1077944" cy="58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5400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ltainen kaksi palsta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4">
            <a:extLst>
              <a:ext uri="{FF2B5EF4-FFF2-40B4-BE49-F238E27FC236}">
                <a16:creationId xmlns:a16="http://schemas.microsoft.com/office/drawing/2014/main" id="{794BDEA6-51E5-109C-576B-CADA386221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4" y="539859"/>
            <a:ext cx="5673603" cy="1096662"/>
          </a:xfrm>
        </p:spPr>
        <p:txBody>
          <a:bodyPr>
            <a:noAutofit/>
          </a:bodyPr>
          <a:lstStyle/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94D4F37-6AFA-E728-E5FE-9781E0FC4BC7}"/>
              </a:ext>
            </a:extLst>
          </p:cNvPr>
          <p:cNvSpPr/>
          <p:nvPr userDrawn="1"/>
        </p:nvSpPr>
        <p:spPr>
          <a:xfrm>
            <a:off x="6024787" y="-7388"/>
            <a:ext cx="6268653" cy="6865388"/>
          </a:xfrm>
          <a:prstGeom prst="rect">
            <a:avLst/>
          </a:prstGeom>
          <a:solidFill>
            <a:srgbClr val="FFF6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7512599D-C4A3-7285-D544-46ABB28F979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68967" y="1636521"/>
            <a:ext cx="5655820" cy="649927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 dirty="0" err="1"/>
              <a:t>Nettiosoite</a:t>
            </a:r>
            <a:r>
              <a:rPr lang="en-GB" dirty="0"/>
              <a:t> </a:t>
            </a:r>
            <a:r>
              <a:rPr lang="en-GB" dirty="0" err="1"/>
              <a:t>tms</a:t>
            </a:r>
            <a:r>
              <a:rPr lang="en-GB" dirty="0"/>
              <a:t>.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AC0C2082-E02B-7615-5078-E055C54DC0A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351184" y="2573443"/>
            <a:ext cx="5157787" cy="368458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91B755BA-8840-3D44-B652-5791B8FD881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871625" y="2111132"/>
            <a:ext cx="3913168" cy="649927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400" b="1" i="0">
                <a:solidFill>
                  <a:schemeClr val="tx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>
              <a:lnSpc>
                <a:spcPct val="90000"/>
              </a:lnSpc>
              <a:defRPr sz="2400" b="1" i="0">
                <a:solidFill>
                  <a:schemeClr val="tx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>
              <a:lnSpc>
                <a:spcPct val="90000"/>
              </a:lnSpc>
              <a:defRPr sz="2400" b="1" i="0">
                <a:solidFill>
                  <a:schemeClr val="tx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>
              <a:lnSpc>
                <a:spcPct val="90000"/>
              </a:lnSpc>
              <a:defRPr sz="2400" b="1" i="0">
                <a:solidFill>
                  <a:schemeClr val="tx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>
              <a:lnSpc>
                <a:spcPct val="90000"/>
              </a:lnSpc>
              <a:defRPr sz="2400" b="1" i="0">
                <a:solidFill>
                  <a:schemeClr val="tx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37" name="Content Placeholder 3">
            <a:extLst>
              <a:ext uri="{FF2B5EF4-FFF2-40B4-BE49-F238E27FC236}">
                <a16:creationId xmlns:a16="http://schemas.microsoft.com/office/drawing/2014/main" id="{49CC72D3-863D-1499-3D44-F0B199FE876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880170" y="2889637"/>
            <a:ext cx="4451554" cy="3368394"/>
          </a:xfrm>
        </p:spPr>
        <p:txBody>
          <a:bodyPr anchor="t">
            <a:noAutofit/>
          </a:bodyPr>
          <a:lstStyle>
            <a:lvl1pPr marL="216000" indent="-21600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GB" dirty="0"/>
              <a:t>Bullet points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1DC6651-6E5E-FD9B-E147-8BFA9037C9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5151" y="420739"/>
            <a:ext cx="1077944" cy="58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210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hreä kaksi palsta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4">
            <a:extLst>
              <a:ext uri="{FF2B5EF4-FFF2-40B4-BE49-F238E27FC236}">
                <a16:creationId xmlns:a16="http://schemas.microsoft.com/office/drawing/2014/main" id="{794BDEA6-51E5-109C-576B-CADA386221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4" y="539859"/>
            <a:ext cx="5673603" cy="1096662"/>
          </a:xfrm>
        </p:spPr>
        <p:txBody>
          <a:bodyPr>
            <a:noAutofit/>
          </a:bodyPr>
          <a:lstStyle/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94D4F37-6AFA-E728-E5FE-9781E0FC4BC7}"/>
              </a:ext>
            </a:extLst>
          </p:cNvPr>
          <p:cNvSpPr/>
          <p:nvPr userDrawn="1"/>
        </p:nvSpPr>
        <p:spPr>
          <a:xfrm>
            <a:off x="6024787" y="-7388"/>
            <a:ext cx="6268653" cy="6865388"/>
          </a:xfrm>
          <a:prstGeom prst="rect">
            <a:avLst/>
          </a:prstGeom>
          <a:solidFill>
            <a:srgbClr val="D7E9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7512599D-C4A3-7285-D544-46ABB28F979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68967" y="1636521"/>
            <a:ext cx="5655820" cy="649927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 dirty="0" err="1"/>
              <a:t>Nettiosoite</a:t>
            </a:r>
            <a:r>
              <a:rPr lang="en-GB" dirty="0"/>
              <a:t> </a:t>
            </a:r>
            <a:r>
              <a:rPr lang="en-GB" dirty="0" err="1"/>
              <a:t>tms</a:t>
            </a:r>
            <a:r>
              <a:rPr lang="en-GB" dirty="0"/>
              <a:t>.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AC0C2082-E02B-7615-5078-E055C54DC0A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368967" y="2573443"/>
            <a:ext cx="5140004" cy="368458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91B755BA-8840-3D44-B652-5791B8FD881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871625" y="2111132"/>
            <a:ext cx="3913168" cy="649927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400" b="1" i="0">
                <a:solidFill>
                  <a:schemeClr val="tx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>
              <a:lnSpc>
                <a:spcPct val="90000"/>
              </a:lnSpc>
              <a:defRPr sz="2400" b="1" i="0">
                <a:solidFill>
                  <a:schemeClr val="tx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>
              <a:lnSpc>
                <a:spcPct val="90000"/>
              </a:lnSpc>
              <a:defRPr sz="2400" b="1" i="0">
                <a:solidFill>
                  <a:schemeClr val="tx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>
              <a:lnSpc>
                <a:spcPct val="90000"/>
              </a:lnSpc>
              <a:defRPr sz="2400" b="1" i="0">
                <a:solidFill>
                  <a:schemeClr val="tx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>
              <a:lnSpc>
                <a:spcPct val="90000"/>
              </a:lnSpc>
              <a:defRPr sz="2400" b="1" i="0">
                <a:solidFill>
                  <a:schemeClr val="tx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37" name="Content Placeholder 3">
            <a:extLst>
              <a:ext uri="{FF2B5EF4-FFF2-40B4-BE49-F238E27FC236}">
                <a16:creationId xmlns:a16="http://schemas.microsoft.com/office/drawing/2014/main" id="{49CC72D3-863D-1499-3D44-F0B199FE876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880170" y="2889637"/>
            <a:ext cx="4451554" cy="3368394"/>
          </a:xfrm>
        </p:spPr>
        <p:txBody>
          <a:bodyPr anchor="t">
            <a:noAutofit/>
          </a:bodyPr>
          <a:lstStyle>
            <a:lvl1pPr marL="216000" indent="-21600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GB" dirty="0"/>
              <a:t>Bullet points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1DC6651-6E5E-FD9B-E147-8BFA9037C9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5151" y="420739"/>
            <a:ext cx="1077944" cy="58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6373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gressi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4">
            <a:extLst>
              <a:ext uri="{FF2B5EF4-FFF2-40B4-BE49-F238E27FC236}">
                <a16:creationId xmlns:a16="http://schemas.microsoft.com/office/drawing/2014/main" id="{472ECFA7-47E3-B0FF-915C-6A0E6C4399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4" y="539859"/>
            <a:ext cx="5744816" cy="809668"/>
          </a:xfrm>
        </p:spPr>
        <p:txBody>
          <a:bodyPr>
            <a:noAutofit/>
          </a:bodyPr>
          <a:lstStyle/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7F27510-1C91-807B-DB54-EE4985D6A609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51184" y="1843316"/>
            <a:ext cx="7363029" cy="2040197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400"/>
            </a:lvl2pPr>
            <a:lvl3pPr>
              <a:lnSpc>
                <a:spcPct val="90000"/>
              </a:lnSpc>
              <a:defRPr sz="2400"/>
            </a:lvl3pPr>
            <a:lvl4pPr>
              <a:lnSpc>
                <a:spcPct val="90000"/>
              </a:lnSpc>
              <a:defRPr sz="2400"/>
            </a:lvl4pPr>
            <a:lvl5pPr>
              <a:lnSpc>
                <a:spcPct val="90000"/>
              </a:lnSpc>
              <a:defRPr sz="2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Ingressi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D83794B-9F6C-BDEF-326C-BE1E6BDBEB8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51184" y="4089863"/>
            <a:ext cx="11391913" cy="210312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3319997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i, koko 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D83794B-9F6C-BDEF-326C-BE1E6BDBEB8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51184" y="1843316"/>
            <a:ext cx="11391913" cy="4349667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6" name="Title 24">
            <a:extLst>
              <a:ext uri="{FF2B5EF4-FFF2-40B4-BE49-F238E27FC236}">
                <a16:creationId xmlns:a16="http://schemas.microsoft.com/office/drawing/2014/main" id="{472ECFA7-47E3-B0FF-915C-6A0E6C4399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4" y="539859"/>
            <a:ext cx="5744816" cy="809668"/>
          </a:xfrm>
        </p:spPr>
        <p:txBody>
          <a:bodyPr>
            <a:noAutofit/>
          </a:bodyPr>
          <a:lstStyle/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3000598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gressi ja kaav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5F80762-D73E-26D8-35E6-4FC8EBE1D9AD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51182" y="2990625"/>
            <a:ext cx="11391913" cy="3510377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6" name="Title 24">
            <a:extLst>
              <a:ext uri="{FF2B5EF4-FFF2-40B4-BE49-F238E27FC236}">
                <a16:creationId xmlns:a16="http://schemas.microsoft.com/office/drawing/2014/main" id="{472ECFA7-47E3-B0FF-915C-6A0E6C4399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4" y="539859"/>
            <a:ext cx="5157787" cy="809668"/>
          </a:xfrm>
        </p:spPr>
        <p:txBody>
          <a:bodyPr>
            <a:noAutofit/>
          </a:bodyPr>
          <a:lstStyle/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4DDC0B-0E93-8555-5254-0822F3D1BB3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51182" y="1843314"/>
            <a:ext cx="9451186" cy="910644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0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2000"/>
            </a:lvl3pPr>
            <a:lvl4pPr>
              <a:lnSpc>
                <a:spcPct val="90000"/>
              </a:lnSpc>
              <a:defRPr sz="2000"/>
            </a:lvl4pPr>
            <a:lvl5pPr>
              <a:lnSpc>
                <a:spcPct val="90000"/>
              </a:lnSpc>
              <a:defRPr sz="20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Ingressi</a:t>
            </a:r>
            <a:r>
              <a:rPr lang="en-GB" dirty="0"/>
              <a:t>.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42399738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me osa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062FFC23-4874-ADA3-9EC1-E3DE7A6F5EAE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096000" y="2189952"/>
            <a:ext cx="5744816" cy="4247311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6" name="Title 24">
            <a:extLst>
              <a:ext uri="{FF2B5EF4-FFF2-40B4-BE49-F238E27FC236}">
                <a16:creationId xmlns:a16="http://schemas.microsoft.com/office/drawing/2014/main" id="{472ECFA7-47E3-B0FF-915C-6A0E6C4399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4" y="539859"/>
            <a:ext cx="5744816" cy="809668"/>
          </a:xfrm>
        </p:spPr>
        <p:txBody>
          <a:bodyPr>
            <a:noAutofit/>
          </a:bodyPr>
          <a:lstStyle/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7F27510-1C91-807B-DB54-EE4985D6A609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51184" y="1843314"/>
            <a:ext cx="5157787" cy="216500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400"/>
            </a:lvl2pPr>
            <a:lvl3pPr>
              <a:lnSpc>
                <a:spcPct val="90000"/>
              </a:lnSpc>
              <a:defRPr sz="2400"/>
            </a:lvl3pPr>
            <a:lvl4pPr>
              <a:lnSpc>
                <a:spcPct val="90000"/>
              </a:lnSpc>
              <a:defRPr sz="2400"/>
            </a:lvl4pPr>
            <a:lvl5pPr>
              <a:lnSpc>
                <a:spcPct val="90000"/>
              </a:lnSpc>
              <a:defRPr sz="2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Ingressi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D83794B-9F6C-BDEF-326C-BE1E6BDBEB8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51184" y="4093029"/>
            <a:ext cx="5157787" cy="2165002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856033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i ja 4 osaa sini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F53509B6-C4EA-FF1E-C73F-C127520D8C36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51184" y="1600206"/>
            <a:ext cx="5848004" cy="4598294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2" name="Rectangle 33">
            <a:extLst>
              <a:ext uri="{FF2B5EF4-FFF2-40B4-BE49-F238E27FC236}">
                <a16:creationId xmlns:a16="http://schemas.microsoft.com/office/drawing/2014/main" id="{8A56C416-6293-A567-5465-DB6676315770}"/>
              </a:ext>
            </a:extLst>
          </p:cNvPr>
          <p:cNvSpPr/>
          <p:nvPr userDrawn="1"/>
        </p:nvSpPr>
        <p:spPr>
          <a:xfrm>
            <a:off x="6199188" y="-7388"/>
            <a:ext cx="6094252" cy="6865388"/>
          </a:xfrm>
          <a:prstGeom prst="rect">
            <a:avLst/>
          </a:prstGeom>
          <a:solidFill>
            <a:srgbClr val="D7F2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18465A5-159D-3858-DEEA-C4D081D20296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779511" y="810139"/>
            <a:ext cx="4152453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 err="1"/>
              <a:t>Otsikko</a:t>
            </a:r>
            <a:endParaRPr lang="en-FI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D3B9557B-7122-ED20-45C9-399E170F4008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6779509" y="1250799"/>
            <a:ext cx="4152454" cy="82076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0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2000"/>
            </a:lvl3pPr>
            <a:lvl4pPr>
              <a:lnSpc>
                <a:spcPct val="90000"/>
              </a:lnSpc>
              <a:defRPr sz="2000"/>
            </a:lvl4pPr>
            <a:lvl5pPr>
              <a:lnSpc>
                <a:spcPct val="9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BB63A-16A3-81A7-F787-0A2F4C58F577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6779511" y="2169600"/>
            <a:ext cx="4152453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 err="1"/>
              <a:t>Otsikko</a:t>
            </a:r>
            <a:endParaRPr lang="en-FI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320517B-5171-B593-3E0C-69CB7116C9DB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6779509" y="2610260"/>
            <a:ext cx="4152454" cy="82076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0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2000"/>
            </a:lvl3pPr>
            <a:lvl4pPr>
              <a:lnSpc>
                <a:spcPct val="90000"/>
              </a:lnSpc>
              <a:defRPr sz="2000"/>
            </a:lvl4pPr>
            <a:lvl5pPr>
              <a:lnSpc>
                <a:spcPct val="9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8CE25AD-10D8-EE9B-9DAE-5D7D8599A44D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779511" y="3553339"/>
            <a:ext cx="4152453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 err="1"/>
              <a:t>Otsikko</a:t>
            </a:r>
            <a:endParaRPr lang="en-FI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B4F8DD4-48B7-D60F-4DF3-E2C4FF1AD7C3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779509" y="3993999"/>
            <a:ext cx="4152454" cy="82076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0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2000"/>
            </a:lvl3pPr>
            <a:lvl4pPr>
              <a:lnSpc>
                <a:spcPct val="90000"/>
              </a:lnSpc>
              <a:defRPr sz="2000"/>
            </a:lvl4pPr>
            <a:lvl5pPr>
              <a:lnSpc>
                <a:spcPct val="9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9ACB2F-6F2D-E8A0-5867-188BEE106665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6779511" y="4937077"/>
            <a:ext cx="4152453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 err="1"/>
              <a:t>Otsikko</a:t>
            </a:r>
            <a:endParaRPr lang="en-FI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15DA87B-1F97-723B-67B8-495EEDB978D8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779509" y="5377737"/>
            <a:ext cx="4152454" cy="82076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0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2000"/>
            </a:lvl3pPr>
            <a:lvl4pPr>
              <a:lnSpc>
                <a:spcPct val="90000"/>
              </a:lnSpc>
              <a:defRPr sz="2000"/>
            </a:lvl4pPr>
            <a:lvl5pPr>
              <a:lnSpc>
                <a:spcPct val="9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09766C2-5B51-0750-08A0-A313028526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5151" y="420739"/>
            <a:ext cx="1077944" cy="585374"/>
          </a:xfrm>
          <a:prstGeom prst="rect">
            <a:avLst/>
          </a:prstGeom>
        </p:spPr>
      </p:pic>
      <p:sp>
        <p:nvSpPr>
          <p:cNvPr id="10" name="Title 24">
            <a:extLst>
              <a:ext uri="{FF2B5EF4-FFF2-40B4-BE49-F238E27FC236}">
                <a16:creationId xmlns:a16="http://schemas.microsoft.com/office/drawing/2014/main" id="{8FC7F119-32C9-C99C-6C33-4051320309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4" y="539859"/>
            <a:ext cx="5744816" cy="809668"/>
          </a:xfrm>
        </p:spPr>
        <p:txBody>
          <a:bodyPr>
            <a:noAutofit/>
          </a:bodyPr>
          <a:lstStyle/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9420848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i ja 4 osaa keltai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6788E53-F0B7-DFE1-D0C3-68779A635BAF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51182" y="1600206"/>
            <a:ext cx="5848005" cy="4598294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2" name="Rectangle 33">
            <a:extLst>
              <a:ext uri="{FF2B5EF4-FFF2-40B4-BE49-F238E27FC236}">
                <a16:creationId xmlns:a16="http://schemas.microsoft.com/office/drawing/2014/main" id="{862910BD-D099-4B5E-09B7-117C8929D70F}"/>
              </a:ext>
            </a:extLst>
          </p:cNvPr>
          <p:cNvSpPr/>
          <p:nvPr userDrawn="1"/>
        </p:nvSpPr>
        <p:spPr>
          <a:xfrm>
            <a:off x="6199188" y="-7388"/>
            <a:ext cx="5992812" cy="6865388"/>
          </a:xfrm>
          <a:prstGeom prst="rect">
            <a:avLst/>
          </a:prstGeom>
          <a:solidFill>
            <a:srgbClr val="FFF6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18465A5-159D-3858-DEEA-C4D081D20296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779511" y="810139"/>
            <a:ext cx="4152453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 err="1"/>
              <a:t>Otsikko</a:t>
            </a:r>
            <a:endParaRPr lang="en-FI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D3B9557B-7122-ED20-45C9-399E170F4008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6779509" y="1250799"/>
            <a:ext cx="4152454" cy="82076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0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2000"/>
            </a:lvl3pPr>
            <a:lvl4pPr>
              <a:lnSpc>
                <a:spcPct val="90000"/>
              </a:lnSpc>
              <a:defRPr sz="2000"/>
            </a:lvl4pPr>
            <a:lvl5pPr>
              <a:lnSpc>
                <a:spcPct val="9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BB63A-16A3-81A7-F787-0A2F4C58F577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6779511" y="2169600"/>
            <a:ext cx="4152453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 err="1"/>
              <a:t>Otsikko</a:t>
            </a:r>
            <a:endParaRPr lang="en-FI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320517B-5171-B593-3E0C-69CB7116C9DB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6779509" y="2610260"/>
            <a:ext cx="4152454" cy="82076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0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2000"/>
            </a:lvl3pPr>
            <a:lvl4pPr>
              <a:lnSpc>
                <a:spcPct val="90000"/>
              </a:lnSpc>
              <a:defRPr sz="2000"/>
            </a:lvl4pPr>
            <a:lvl5pPr>
              <a:lnSpc>
                <a:spcPct val="9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8CE25AD-10D8-EE9B-9DAE-5D7D8599A44D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779511" y="3553339"/>
            <a:ext cx="4152453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 err="1"/>
              <a:t>Otsikko</a:t>
            </a:r>
            <a:endParaRPr lang="en-FI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B4F8DD4-48B7-D60F-4DF3-E2C4FF1AD7C3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779509" y="3993999"/>
            <a:ext cx="4152454" cy="82076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0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2000"/>
            </a:lvl3pPr>
            <a:lvl4pPr>
              <a:lnSpc>
                <a:spcPct val="90000"/>
              </a:lnSpc>
              <a:defRPr sz="2000"/>
            </a:lvl4pPr>
            <a:lvl5pPr>
              <a:lnSpc>
                <a:spcPct val="9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9ACB2F-6F2D-E8A0-5867-188BEE106665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6779511" y="4937077"/>
            <a:ext cx="4152453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 err="1"/>
              <a:t>Otsikko</a:t>
            </a:r>
            <a:endParaRPr lang="en-FI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15DA87B-1F97-723B-67B8-495EEDB978D8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779509" y="5377737"/>
            <a:ext cx="4152454" cy="82076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0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2000"/>
            </a:lvl3pPr>
            <a:lvl4pPr>
              <a:lnSpc>
                <a:spcPct val="90000"/>
              </a:lnSpc>
              <a:defRPr sz="2000"/>
            </a:lvl4pPr>
            <a:lvl5pPr>
              <a:lnSpc>
                <a:spcPct val="9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09766C2-5B51-0750-08A0-A313028526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5151" y="420739"/>
            <a:ext cx="1077944" cy="585374"/>
          </a:xfrm>
          <a:prstGeom prst="rect">
            <a:avLst/>
          </a:prstGeom>
        </p:spPr>
      </p:pic>
      <p:sp>
        <p:nvSpPr>
          <p:cNvPr id="10" name="Title 24">
            <a:extLst>
              <a:ext uri="{FF2B5EF4-FFF2-40B4-BE49-F238E27FC236}">
                <a16:creationId xmlns:a16="http://schemas.microsoft.com/office/drawing/2014/main" id="{D552228B-592D-7CBC-98CD-E8B776DFFE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4" y="539859"/>
            <a:ext cx="5744816" cy="809668"/>
          </a:xfrm>
        </p:spPr>
        <p:txBody>
          <a:bodyPr>
            <a:noAutofit/>
          </a:bodyPr>
          <a:lstStyle/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7172363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i ja 4 osaa vihre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E622C2BC-303F-E3DA-2EA6-4E65C169E272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51184" y="1600206"/>
            <a:ext cx="5848004" cy="4598294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60B132-0A09-3B14-F2CB-01E7FB61F248}"/>
              </a:ext>
            </a:extLst>
          </p:cNvPr>
          <p:cNvSpPr/>
          <p:nvPr userDrawn="1"/>
        </p:nvSpPr>
        <p:spPr>
          <a:xfrm>
            <a:off x="6199188" y="0"/>
            <a:ext cx="5992812" cy="6858000"/>
          </a:xfrm>
          <a:prstGeom prst="rect">
            <a:avLst/>
          </a:prstGeom>
          <a:solidFill>
            <a:srgbClr val="D7E9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18465A5-159D-3858-DEEA-C4D081D20296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779511" y="810139"/>
            <a:ext cx="4152453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 err="1"/>
              <a:t>Otsikko</a:t>
            </a:r>
            <a:endParaRPr lang="en-FI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D3B9557B-7122-ED20-45C9-399E170F4008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6779509" y="1250799"/>
            <a:ext cx="4152454" cy="82076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0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2000"/>
            </a:lvl3pPr>
            <a:lvl4pPr>
              <a:lnSpc>
                <a:spcPct val="90000"/>
              </a:lnSpc>
              <a:defRPr sz="2000"/>
            </a:lvl4pPr>
            <a:lvl5pPr>
              <a:lnSpc>
                <a:spcPct val="9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BB63A-16A3-81A7-F787-0A2F4C58F577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6779511" y="2169600"/>
            <a:ext cx="4152453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 err="1"/>
              <a:t>Otsikko</a:t>
            </a:r>
            <a:endParaRPr lang="en-FI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320517B-5171-B593-3E0C-69CB7116C9DB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6779509" y="2610260"/>
            <a:ext cx="4152454" cy="82076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0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2000"/>
            </a:lvl3pPr>
            <a:lvl4pPr>
              <a:lnSpc>
                <a:spcPct val="90000"/>
              </a:lnSpc>
              <a:defRPr sz="2000"/>
            </a:lvl4pPr>
            <a:lvl5pPr>
              <a:lnSpc>
                <a:spcPct val="9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8CE25AD-10D8-EE9B-9DAE-5D7D8599A44D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779511" y="3553339"/>
            <a:ext cx="4152453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 err="1"/>
              <a:t>Otsikko</a:t>
            </a:r>
            <a:endParaRPr lang="en-FI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B4F8DD4-48B7-D60F-4DF3-E2C4FF1AD7C3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779509" y="3993999"/>
            <a:ext cx="4152454" cy="82076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0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2000"/>
            </a:lvl3pPr>
            <a:lvl4pPr>
              <a:lnSpc>
                <a:spcPct val="90000"/>
              </a:lnSpc>
              <a:defRPr sz="2000"/>
            </a:lvl4pPr>
            <a:lvl5pPr>
              <a:lnSpc>
                <a:spcPct val="9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9ACB2F-6F2D-E8A0-5867-188BEE106665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6779511" y="4937077"/>
            <a:ext cx="4152453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 err="1"/>
              <a:t>Otsikko</a:t>
            </a:r>
            <a:endParaRPr lang="en-FI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15DA87B-1F97-723B-67B8-495EEDB978D8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779509" y="5377737"/>
            <a:ext cx="4152454" cy="82076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0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2000"/>
            </a:lvl3pPr>
            <a:lvl4pPr>
              <a:lnSpc>
                <a:spcPct val="90000"/>
              </a:lnSpc>
              <a:defRPr sz="2000"/>
            </a:lvl4pPr>
            <a:lvl5pPr>
              <a:lnSpc>
                <a:spcPct val="9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09766C2-5B51-0750-08A0-A313028526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5151" y="420739"/>
            <a:ext cx="1077944" cy="585374"/>
          </a:xfrm>
          <a:prstGeom prst="rect">
            <a:avLst/>
          </a:prstGeom>
        </p:spPr>
      </p:pic>
      <p:sp>
        <p:nvSpPr>
          <p:cNvPr id="8" name="Title 24">
            <a:extLst>
              <a:ext uri="{FF2B5EF4-FFF2-40B4-BE49-F238E27FC236}">
                <a16:creationId xmlns:a16="http://schemas.microsoft.com/office/drawing/2014/main" id="{5A2E9E8C-BA52-9DD3-660F-2DCC65280A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4" y="539859"/>
            <a:ext cx="5744816" cy="809668"/>
          </a:xfrm>
        </p:spPr>
        <p:txBody>
          <a:bodyPr>
            <a:noAutofit/>
          </a:bodyPr>
          <a:lstStyle/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9372666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likentt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C61996D-B57D-0DF2-813F-A2B872CAF912}"/>
              </a:ext>
            </a:extLst>
          </p:cNvPr>
          <p:cNvSpPr/>
          <p:nvPr userDrawn="1"/>
        </p:nvSpPr>
        <p:spPr>
          <a:xfrm>
            <a:off x="-1" y="4273"/>
            <a:ext cx="6096001" cy="3429000"/>
          </a:xfrm>
          <a:prstGeom prst="rect">
            <a:avLst/>
          </a:prstGeom>
          <a:solidFill>
            <a:srgbClr val="E5D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35E0F5F-3C63-AC05-F6C3-FD7765C31CC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51183" y="625003"/>
            <a:ext cx="4152453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6ADEE7-3A5B-7AC8-6642-441ABD987A65}"/>
              </a:ext>
            </a:extLst>
          </p:cNvPr>
          <p:cNvSpPr/>
          <p:nvPr userDrawn="1"/>
        </p:nvSpPr>
        <p:spPr>
          <a:xfrm>
            <a:off x="-1" y="3426864"/>
            <a:ext cx="6096001" cy="3431136"/>
          </a:xfrm>
          <a:prstGeom prst="rect">
            <a:avLst/>
          </a:prstGeom>
          <a:solidFill>
            <a:srgbClr val="D7F2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4662B9D-6500-2076-41E5-C2824748AC6F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351183" y="4060413"/>
            <a:ext cx="4152453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F7A44E10-FB30-A830-51E9-E2E335D3BDBB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351183" y="4614730"/>
            <a:ext cx="4152452" cy="1589518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D6DA86-E021-F3A5-9619-2AD826DFF040}"/>
              </a:ext>
            </a:extLst>
          </p:cNvPr>
          <p:cNvSpPr/>
          <p:nvPr userDrawn="1"/>
        </p:nvSpPr>
        <p:spPr>
          <a:xfrm>
            <a:off x="6084604" y="-4272"/>
            <a:ext cx="6107396" cy="3429000"/>
          </a:xfrm>
          <a:prstGeom prst="rect">
            <a:avLst/>
          </a:prstGeom>
          <a:solidFill>
            <a:srgbClr val="D4F2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B4187467-0606-EE5D-364F-6A20C51485B2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6452880" y="625003"/>
            <a:ext cx="3981537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20200FA-1ED1-843E-6404-614D8DF92C4C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6452880" y="1179320"/>
            <a:ext cx="4152452" cy="1589518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CEFF09-D135-6893-0401-885A09F6F718}"/>
              </a:ext>
            </a:extLst>
          </p:cNvPr>
          <p:cNvSpPr/>
          <p:nvPr userDrawn="1"/>
        </p:nvSpPr>
        <p:spPr>
          <a:xfrm>
            <a:off x="6084604" y="3426864"/>
            <a:ext cx="6107396" cy="3431136"/>
          </a:xfrm>
          <a:prstGeom prst="rect">
            <a:avLst/>
          </a:prstGeom>
          <a:solidFill>
            <a:srgbClr val="FFF6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814CC946-5028-B9FC-60BA-D3773B38AD68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452880" y="4060413"/>
            <a:ext cx="4152453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F51FBF7-2F96-FAA1-BD5A-80DC3AC6A514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452880" y="4614730"/>
            <a:ext cx="4152452" cy="1589518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4198203-882C-15F9-0818-F6BF02813C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5151" y="420739"/>
            <a:ext cx="1077944" cy="585374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341E1047-B1E3-2302-51EC-B26E71191CB2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352704" y="1179320"/>
            <a:ext cx="4152452" cy="1589518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9758897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ranssi ja keltai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50E213AD-BF1F-880C-5925-83D559C9382D}"/>
              </a:ext>
            </a:extLst>
          </p:cNvPr>
          <p:cNvSpPr/>
          <p:nvPr userDrawn="1"/>
        </p:nvSpPr>
        <p:spPr>
          <a:xfrm>
            <a:off x="-1" y="4272"/>
            <a:ext cx="5976835" cy="6853727"/>
          </a:xfrm>
          <a:prstGeom prst="rect">
            <a:avLst/>
          </a:prstGeom>
          <a:solidFill>
            <a:srgbClr val="D4F2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 dirty="0"/>
          </a:p>
        </p:txBody>
      </p:sp>
      <p:sp>
        <p:nvSpPr>
          <p:cNvPr id="3" name="Rectangle 20">
            <a:extLst>
              <a:ext uri="{FF2B5EF4-FFF2-40B4-BE49-F238E27FC236}">
                <a16:creationId xmlns:a16="http://schemas.microsoft.com/office/drawing/2014/main" id="{6730E7D6-B0BA-716A-0883-BE98F325B802}"/>
              </a:ext>
            </a:extLst>
          </p:cNvPr>
          <p:cNvSpPr/>
          <p:nvPr userDrawn="1"/>
        </p:nvSpPr>
        <p:spPr>
          <a:xfrm>
            <a:off x="5976834" y="-4272"/>
            <a:ext cx="6215166" cy="6862272"/>
          </a:xfrm>
          <a:prstGeom prst="rect">
            <a:avLst/>
          </a:prstGeom>
          <a:solidFill>
            <a:srgbClr val="F7D4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4662B9D-6500-2076-41E5-C2824748AC6F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351183" y="3341964"/>
            <a:ext cx="4152453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F7A44E10-FB30-A830-51E9-E2E335D3BDBB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351182" y="3896282"/>
            <a:ext cx="4152452" cy="2243263"/>
          </a:xfrm>
        </p:spPr>
        <p:txBody>
          <a:bodyPr anchor="t">
            <a:noAutofit/>
          </a:bodyPr>
          <a:lstStyle>
            <a:lvl1pPr marL="216000" indent="-21600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1pPr>
            <a:lvl2pPr marL="742950" indent="-28575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2pPr>
            <a:lvl3pPr marL="1200150" indent="-28575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3pPr>
            <a:lvl4pPr marL="1657350" indent="-28575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4pPr>
            <a:lvl5pPr marL="2114550" indent="-28575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GB" dirty="0"/>
              <a:t>Bullet points</a:t>
            </a:r>
            <a:endParaRPr lang="en-FI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814CC946-5028-B9FC-60BA-D3773B38AD68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452880" y="3341964"/>
            <a:ext cx="4152453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F51FBF7-2F96-FAA1-BD5A-80DC3AC6A514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452880" y="3896282"/>
            <a:ext cx="4152452" cy="2243263"/>
          </a:xfrm>
        </p:spPr>
        <p:txBody>
          <a:bodyPr anchor="t">
            <a:noAutofit/>
          </a:bodyPr>
          <a:lstStyle>
            <a:lvl1pPr marL="216000" indent="-21600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1pPr>
            <a:lvl2pPr marL="742950" indent="-28575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2pPr>
            <a:lvl3pPr marL="1200150" indent="-28575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3pPr>
            <a:lvl4pPr marL="1657350" indent="-28575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4pPr>
            <a:lvl5pPr marL="2114550" indent="-28575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GB" dirty="0"/>
              <a:t>Bullet points</a:t>
            </a:r>
            <a:endParaRPr lang="en-FI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4198203-882C-15F9-0818-F6BF02813C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5151" y="420739"/>
            <a:ext cx="1077944" cy="585374"/>
          </a:xfrm>
          <a:prstGeom prst="rect">
            <a:avLst/>
          </a:prstGeom>
        </p:spPr>
      </p:pic>
      <p:sp>
        <p:nvSpPr>
          <p:cNvPr id="4" name="Title 24">
            <a:extLst>
              <a:ext uri="{FF2B5EF4-FFF2-40B4-BE49-F238E27FC236}">
                <a16:creationId xmlns:a16="http://schemas.microsoft.com/office/drawing/2014/main" id="{2E3DCADF-194B-E2A3-495F-B1C834241E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4" y="539859"/>
            <a:ext cx="10254148" cy="809668"/>
          </a:xfrm>
        </p:spPr>
        <p:txBody>
          <a:bodyPr>
            <a:noAutofit/>
          </a:bodyPr>
          <a:lstStyle/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5515713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ranssi ja keltai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50E213AD-BF1F-880C-5925-83D559C9382D}"/>
              </a:ext>
            </a:extLst>
          </p:cNvPr>
          <p:cNvSpPr/>
          <p:nvPr userDrawn="1"/>
        </p:nvSpPr>
        <p:spPr>
          <a:xfrm>
            <a:off x="-1" y="4272"/>
            <a:ext cx="5976835" cy="6853727"/>
          </a:xfrm>
          <a:prstGeom prst="rect">
            <a:avLst/>
          </a:prstGeom>
          <a:solidFill>
            <a:srgbClr val="FFF6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 dirty="0"/>
          </a:p>
        </p:txBody>
      </p:sp>
      <p:sp>
        <p:nvSpPr>
          <p:cNvPr id="3" name="Rectangle 20">
            <a:extLst>
              <a:ext uri="{FF2B5EF4-FFF2-40B4-BE49-F238E27FC236}">
                <a16:creationId xmlns:a16="http://schemas.microsoft.com/office/drawing/2014/main" id="{6730E7D6-B0BA-716A-0883-BE98F325B802}"/>
              </a:ext>
            </a:extLst>
          </p:cNvPr>
          <p:cNvSpPr/>
          <p:nvPr userDrawn="1"/>
        </p:nvSpPr>
        <p:spPr>
          <a:xfrm>
            <a:off x="5976834" y="-4272"/>
            <a:ext cx="6215166" cy="6862272"/>
          </a:xfrm>
          <a:prstGeom prst="rect">
            <a:avLst/>
          </a:prstGeom>
          <a:solidFill>
            <a:srgbClr val="D7F2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4662B9D-6500-2076-41E5-C2824748AC6F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351183" y="3341964"/>
            <a:ext cx="4152453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F7A44E10-FB30-A830-51E9-E2E335D3BDBB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351182" y="3896282"/>
            <a:ext cx="4152452" cy="2243263"/>
          </a:xfrm>
        </p:spPr>
        <p:txBody>
          <a:bodyPr anchor="t">
            <a:noAutofit/>
          </a:bodyPr>
          <a:lstStyle>
            <a:lvl1pPr marL="216000" indent="-21600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1pPr>
            <a:lvl2pPr marL="742950" indent="-28575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2pPr>
            <a:lvl3pPr marL="1200150" indent="-28575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3pPr>
            <a:lvl4pPr marL="1657350" indent="-28575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4pPr>
            <a:lvl5pPr marL="2114550" indent="-28575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GB" dirty="0"/>
              <a:t>Bullet points</a:t>
            </a:r>
            <a:endParaRPr lang="en-FI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814CC946-5028-B9FC-60BA-D3773B38AD68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452880" y="3341964"/>
            <a:ext cx="4152453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F51FBF7-2F96-FAA1-BD5A-80DC3AC6A514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452880" y="3896282"/>
            <a:ext cx="4152452" cy="2243263"/>
          </a:xfrm>
        </p:spPr>
        <p:txBody>
          <a:bodyPr anchor="t">
            <a:noAutofit/>
          </a:bodyPr>
          <a:lstStyle>
            <a:lvl1pPr marL="216000" indent="-21600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1pPr>
            <a:lvl2pPr marL="742950" indent="-28575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2pPr>
            <a:lvl3pPr marL="1200150" indent="-28575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3pPr>
            <a:lvl4pPr marL="1657350" indent="-28575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4pPr>
            <a:lvl5pPr marL="2114550" indent="-28575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GB" dirty="0"/>
              <a:t>Bullet points</a:t>
            </a:r>
            <a:endParaRPr lang="en-FI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4198203-882C-15F9-0818-F6BF02813C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5151" y="420739"/>
            <a:ext cx="1077944" cy="585374"/>
          </a:xfrm>
          <a:prstGeom prst="rect">
            <a:avLst/>
          </a:prstGeom>
        </p:spPr>
      </p:pic>
      <p:sp>
        <p:nvSpPr>
          <p:cNvPr id="4" name="Title 24">
            <a:extLst>
              <a:ext uri="{FF2B5EF4-FFF2-40B4-BE49-F238E27FC236}">
                <a16:creationId xmlns:a16="http://schemas.microsoft.com/office/drawing/2014/main" id="{2E3DCADF-194B-E2A3-495F-B1C834241E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4" y="539859"/>
            <a:ext cx="10254148" cy="809668"/>
          </a:xfrm>
        </p:spPr>
        <p:txBody>
          <a:bodyPr>
            <a:noAutofit/>
          </a:bodyPr>
          <a:lstStyle/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42823074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ssi ja keltai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50E213AD-BF1F-880C-5925-83D559C9382D}"/>
              </a:ext>
            </a:extLst>
          </p:cNvPr>
          <p:cNvSpPr/>
          <p:nvPr userDrawn="1"/>
        </p:nvSpPr>
        <p:spPr>
          <a:xfrm>
            <a:off x="-1" y="4272"/>
            <a:ext cx="5976835" cy="68537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 dirty="0"/>
          </a:p>
        </p:txBody>
      </p:sp>
      <p:sp>
        <p:nvSpPr>
          <p:cNvPr id="3" name="Rectangle 20">
            <a:extLst>
              <a:ext uri="{FF2B5EF4-FFF2-40B4-BE49-F238E27FC236}">
                <a16:creationId xmlns:a16="http://schemas.microsoft.com/office/drawing/2014/main" id="{6730E7D6-B0BA-716A-0883-BE98F325B802}"/>
              </a:ext>
            </a:extLst>
          </p:cNvPr>
          <p:cNvSpPr/>
          <p:nvPr userDrawn="1"/>
        </p:nvSpPr>
        <p:spPr>
          <a:xfrm>
            <a:off x="5976834" y="-4272"/>
            <a:ext cx="6215166" cy="6862272"/>
          </a:xfrm>
          <a:prstGeom prst="rect">
            <a:avLst/>
          </a:prstGeom>
          <a:solidFill>
            <a:srgbClr val="FFF6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4662B9D-6500-2076-41E5-C2824748AC6F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351183" y="3341964"/>
            <a:ext cx="4152453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F7A44E10-FB30-A830-51E9-E2E335D3BDBB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351182" y="3896282"/>
            <a:ext cx="4152452" cy="2243263"/>
          </a:xfrm>
        </p:spPr>
        <p:txBody>
          <a:bodyPr anchor="t">
            <a:noAutofit/>
          </a:bodyPr>
          <a:lstStyle>
            <a:lvl1pPr marL="216000" indent="-21600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1pPr>
            <a:lvl2pPr marL="742950" indent="-28575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2pPr>
            <a:lvl3pPr marL="1200150" indent="-28575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3pPr>
            <a:lvl4pPr marL="1657350" indent="-28575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4pPr>
            <a:lvl5pPr marL="2114550" indent="-28575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GB" dirty="0"/>
              <a:t>Bullet points</a:t>
            </a:r>
            <a:endParaRPr lang="en-FI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814CC946-5028-B9FC-60BA-D3773B38AD68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452880" y="3341964"/>
            <a:ext cx="4152453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F51FBF7-2F96-FAA1-BD5A-80DC3AC6A514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452880" y="3896282"/>
            <a:ext cx="4152452" cy="2243263"/>
          </a:xfrm>
        </p:spPr>
        <p:txBody>
          <a:bodyPr anchor="t">
            <a:noAutofit/>
          </a:bodyPr>
          <a:lstStyle>
            <a:lvl1pPr marL="216000" indent="-21600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1pPr>
            <a:lvl2pPr marL="742950" indent="-28575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2pPr>
            <a:lvl3pPr marL="1200150" indent="-28575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3pPr>
            <a:lvl4pPr marL="1657350" indent="-28575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4pPr>
            <a:lvl5pPr marL="2114550" indent="-28575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GB" dirty="0"/>
              <a:t>Bullet points</a:t>
            </a:r>
            <a:endParaRPr lang="en-FI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4198203-882C-15F9-0818-F6BF02813C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5151" y="420739"/>
            <a:ext cx="1077944" cy="585374"/>
          </a:xfrm>
          <a:prstGeom prst="rect">
            <a:avLst/>
          </a:prstGeom>
        </p:spPr>
      </p:pic>
      <p:sp>
        <p:nvSpPr>
          <p:cNvPr id="4" name="Title 24">
            <a:extLst>
              <a:ext uri="{FF2B5EF4-FFF2-40B4-BE49-F238E27FC236}">
                <a16:creationId xmlns:a16="http://schemas.microsoft.com/office/drawing/2014/main" id="{2E3DCADF-194B-E2A3-495F-B1C834241E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4" y="539859"/>
            <a:ext cx="10254148" cy="809668"/>
          </a:xfrm>
        </p:spPr>
        <p:txBody>
          <a:bodyPr>
            <a:noAutofit/>
          </a:bodyPr>
          <a:lstStyle/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2253675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ksi palsta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4198203-882C-15F9-0818-F6BF02813C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5151" y="420739"/>
            <a:ext cx="1077944" cy="585374"/>
          </a:xfrm>
          <a:prstGeom prst="rect">
            <a:avLst/>
          </a:prstGeom>
        </p:spPr>
      </p:pic>
      <p:sp>
        <p:nvSpPr>
          <p:cNvPr id="4" name="Title 24">
            <a:extLst>
              <a:ext uri="{FF2B5EF4-FFF2-40B4-BE49-F238E27FC236}">
                <a16:creationId xmlns:a16="http://schemas.microsoft.com/office/drawing/2014/main" id="{2D7FEC0B-7A7D-A830-2EA1-7FD2E7BF2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2" y="580319"/>
            <a:ext cx="7538552" cy="809668"/>
          </a:xfrm>
        </p:spPr>
        <p:txBody>
          <a:bodyPr>
            <a:noAutofit/>
          </a:bodyPr>
          <a:lstStyle>
            <a:lvl1pPr>
              <a:defRPr sz="3300"/>
            </a:lvl1pPr>
          </a:lstStyle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112BBF1-38BA-4DCD-F870-B0A403A8C7EB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466346" y="5308375"/>
            <a:ext cx="5288992" cy="85468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2000"/>
            </a:lvl1pPr>
            <a:lvl2pPr marL="457200" indent="0" algn="ctr">
              <a:lnSpc>
                <a:spcPct val="100000"/>
              </a:lnSpc>
              <a:buFontTx/>
              <a:buNone/>
              <a:defRPr sz="2000"/>
            </a:lvl2pPr>
            <a:lvl3pPr marL="914400" indent="0" algn="ctr">
              <a:lnSpc>
                <a:spcPct val="100000"/>
              </a:lnSpc>
              <a:buFontTx/>
              <a:buNone/>
              <a:defRPr sz="2000"/>
            </a:lvl3pPr>
            <a:lvl4pPr marL="1371600" indent="0" algn="ctr">
              <a:lnSpc>
                <a:spcPct val="100000"/>
              </a:lnSpc>
              <a:buFontTx/>
              <a:buNone/>
              <a:defRPr sz="2000"/>
            </a:lvl4pPr>
            <a:lvl5pPr marL="1828800" indent="0" algn="ctr">
              <a:lnSpc>
                <a:spcPct val="100000"/>
              </a:lnSpc>
              <a:buFontTx/>
              <a:buNone/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6778382C-0D69-DBB2-9010-BFD2BA7C3D5D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466345" y="2369256"/>
            <a:ext cx="5288997" cy="2413883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FI" dirty="0"/>
              <a:t>Objekti tähän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455254D-02FA-C3E7-73B9-90943629FE80}"/>
              </a:ext>
            </a:extLst>
          </p:cNvPr>
          <p:cNvSpPr>
            <a:spLocks noGrp="1"/>
          </p:cNvSpPr>
          <p:nvPr>
            <p:ph sz="half" idx="33" hasCustomPrompt="1"/>
          </p:nvPr>
        </p:nvSpPr>
        <p:spPr>
          <a:xfrm>
            <a:off x="6436839" y="4934431"/>
            <a:ext cx="5288997" cy="391948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GB" dirty="0" err="1"/>
              <a:t>Teksti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96954BA0-08E6-A979-CFE8-0D0C88E60EBF}"/>
              </a:ext>
            </a:extLst>
          </p:cNvPr>
          <p:cNvSpPr>
            <a:spLocks noGrp="1"/>
          </p:cNvSpPr>
          <p:nvPr>
            <p:ph sz="half" idx="34" hasCustomPrompt="1"/>
          </p:nvPr>
        </p:nvSpPr>
        <p:spPr>
          <a:xfrm>
            <a:off x="6436840" y="5308375"/>
            <a:ext cx="5288992" cy="85468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2000"/>
            </a:lvl1pPr>
            <a:lvl2pPr marL="457200" indent="0" algn="ctr">
              <a:lnSpc>
                <a:spcPct val="100000"/>
              </a:lnSpc>
              <a:buFontTx/>
              <a:buNone/>
              <a:defRPr sz="2000"/>
            </a:lvl2pPr>
            <a:lvl3pPr marL="914400" indent="0" algn="ctr">
              <a:lnSpc>
                <a:spcPct val="100000"/>
              </a:lnSpc>
              <a:buFontTx/>
              <a:buNone/>
              <a:defRPr sz="2000"/>
            </a:lvl3pPr>
            <a:lvl4pPr marL="1371600" indent="0" algn="ctr">
              <a:lnSpc>
                <a:spcPct val="100000"/>
              </a:lnSpc>
              <a:buFontTx/>
              <a:buNone/>
              <a:defRPr sz="2000"/>
            </a:lvl4pPr>
            <a:lvl5pPr marL="1828800" indent="0" algn="ctr">
              <a:lnSpc>
                <a:spcPct val="100000"/>
              </a:lnSpc>
              <a:buFontTx/>
              <a:buNone/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B5860528-00B3-EB90-D20B-A6D06C8DC2D2}"/>
              </a:ext>
            </a:extLst>
          </p:cNvPr>
          <p:cNvSpPr>
            <a:spLocks noGrp="1"/>
          </p:cNvSpPr>
          <p:nvPr>
            <p:ph sz="half" idx="35" hasCustomPrompt="1"/>
          </p:nvPr>
        </p:nvSpPr>
        <p:spPr>
          <a:xfrm>
            <a:off x="6436839" y="2369256"/>
            <a:ext cx="5288997" cy="2413883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FI" dirty="0"/>
              <a:t>Objekti tähän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0EA2485E-0143-49C9-B6FD-32F043E61601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461924" y="4934431"/>
            <a:ext cx="5288997" cy="391948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GB" dirty="0" err="1"/>
              <a:t>Teksti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1773941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gressi ja 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227170EF-7B8A-1306-98E9-9A4A82D80934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428232" y="2968667"/>
            <a:ext cx="5303838" cy="35323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5AB5AE19-9AC4-93B1-8553-F6F20C1D34A8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457200" y="2968667"/>
            <a:ext cx="5303838" cy="35323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6" name="Title 24">
            <a:extLst>
              <a:ext uri="{FF2B5EF4-FFF2-40B4-BE49-F238E27FC236}">
                <a16:creationId xmlns:a16="http://schemas.microsoft.com/office/drawing/2014/main" id="{472ECFA7-47E3-B0FF-915C-6A0E6C4399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4" y="539859"/>
            <a:ext cx="5744816" cy="809668"/>
          </a:xfrm>
        </p:spPr>
        <p:txBody>
          <a:bodyPr>
            <a:noAutofit/>
          </a:bodyPr>
          <a:lstStyle/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4DDC0B-0E93-8555-5254-0822F3D1BB3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51182" y="1843314"/>
            <a:ext cx="9451186" cy="91241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0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2000"/>
            </a:lvl3pPr>
            <a:lvl4pPr>
              <a:lnSpc>
                <a:spcPct val="90000"/>
              </a:lnSpc>
              <a:defRPr sz="2000"/>
            </a:lvl4pPr>
            <a:lvl5pPr>
              <a:lnSpc>
                <a:spcPct val="90000"/>
              </a:lnSpc>
              <a:defRPr sz="20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Ingressi</a:t>
            </a:r>
            <a:r>
              <a:rPr lang="en-GB" dirty="0"/>
              <a:t>.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1342573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ksi palstaa sini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4">
            <a:extLst>
              <a:ext uri="{FF2B5EF4-FFF2-40B4-BE49-F238E27FC236}">
                <a16:creationId xmlns:a16="http://schemas.microsoft.com/office/drawing/2014/main" id="{2D7FEC0B-7A7D-A830-2EA1-7FD2E7BF2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2" y="539859"/>
            <a:ext cx="7538552" cy="80966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4A7A2AE-D09D-AA60-C3AD-202B2C06E68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0005" y="1273645"/>
            <a:ext cx="3913168" cy="649927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170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sz="17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17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7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7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 dirty="0" err="1"/>
              <a:t>Nettiosoite</a:t>
            </a:r>
            <a:r>
              <a:rPr lang="en-GB" dirty="0"/>
              <a:t> </a:t>
            </a:r>
            <a:r>
              <a:rPr lang="en-GB" dirty="0" err="1"/>
              <a:t>tms</a:t>
            </a:r>
            <a:r>
              <a:rPr lang="en-GB" dirty="0"/>
              <a:t>.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9988FF9-853B-8781-BAC5-7AA065934D5D}"/>
              </a:ext>
            </a:extLst>
          </p:cNvPr>
          <p:cNvSpPr/>
          <p:nvPr userDrawn="1"/>
        </p:nvSpPr>
        <p:spPr>
          <a:xfrm>
            <a:off x="448907" y="2743202"/>
            <a:ext cx="5523017" cy="3422931"/>
          </a:xfrm>
          <a:prstGeom prst="roundRect">
            <a:avLst>
              <a:gd name="adj" fmla="val 3665"/>
            </a:avLst>
          </a:prstGeom>
          <a:solidFill>
            <a:srgbClr val="D7F2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498C0D7-920E-EF4A-FF17-B96A1B47271F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548644" y="3037052"/>
            <a:ext cx="3384085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Otsikko</a:t>
            </a:r>
            <a:endParaRPr lang="en-FI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112BBF1-38BA-4DCD-F870-B0A403A8C7EB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548646" y="3892269"/>
            <a:ext cx="5123873" cy="2063468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B6F02CF-5CD7-E1B3-40A6-589C0BFDBF76}"/>
              </a:ext>
            </a:extLst>
          </p:cNvPr>
          <p:cNvSpPr/>
          <p:nvPr userDrawn="1"/>
        </p:nvSpPr>
        <p:spPr>
          <a:xfrm>
            <a:off x="6220082" y="2743202"/>
            <a:ext cx="5505279" cy="3422931"/>
          </a:xfrm>
          <a:prstGeom prst="roundRect">
            <a:avLst>
              <a:gd name="adj" fmla="val 3665"/>
            </a:avLst>
          </a:prstGeom>
          <a:solidFill>
            <a:srgbClr val="D7F2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>
              <a:solidFill>
                <a:schemeClr val="tx1"/>
              </a:solidFill>
            </a:endParaRP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29E3FE37-A945-57F7-FD85-B450F5708553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318266" y="3037052"/>
            <a:ext cx="3384085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Otsikko</a:t>
            </a:r>
            <a:endParaRPr lang="en-FI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4A640FAE-313B-4015-FDD9-7BB41D6BEE50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318264" y="3892269"/>
            <a:ext cx="5156242" cy="2063468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FontTx/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FontTx/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FontTx/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FontTx/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7794203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ksi palstaa keltai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4">
            <a:extLst>
              <a:ext uri="{FF2B5EF4-FFF2-40B4-BE49-F238E27FC236}">
                <a16:creationId xmlns:a16="http://schemas.microsoft.com/office/drawing/2014/main" id="{2D7FEC0B-7A7D-A830-2EA1-7FD2E7BF2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2" y="539859"/>
            <a:ext cx="7538552" cy="80966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4A7A2AE-D09D-AA60-C3AD-202B2C06E68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0005" y="1273645"/>
            <a:ext cx="3913168" cy="649927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170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sz="17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17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7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7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 dirty="0" err="1"/>
              <a:t>Nettiosoite</a:t>
            </a:r>
            <a:r>
              <a:rPr lang="en-GB" dirty="0"/>
              <a:t> </a:t>
            </a:r>
            <a:r>
              <a:rPr lang="en-GB" dirty="0" err="1"/>
              <a:t>tms</a:t>
            </a:r>
            <a:r>
              <a:rPr lang="en-GB" dirty="0"/>
              <a:t>.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9988FF9-853B-8781-BAC5-7AA065934D5D}"/>
              </a:ext>
            </a:extLst>
          </p:cNvPr>
          <p:cNvSpPr/>
          <p:nvPr userDrawn="1"/>
        </p:nvSpPr>
        <p:spPr>
          <a:xfrm>
            <a:off x="448907" y="2743202"/>
            <a:ext cx="5523017" cy="3422931"/>
          </a:xfrm>
          <a:prstGeom prst="roundRect">
            <a:avLst>
              <a:gd name="adj" fmla="val 3665"/>
            </a:avLst>
          </a:prstGeom>
          <a:solidFill>
            <a:srgbClr val="FFF6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498C0D7-920E-EF4A-FF17-B96A1B47271F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548644" y="3037052"/>
            <a:ext cx="3384085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Otsikko</a:t>
            </a:r>
            <a:endParaRPr lang="en-FI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112BBF1-38BA-4DCD-F870-B0A403A8C7EB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548646" y="3892269"/>
            <a:ext cx="5123873" cy="2063468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B6F02CF-5CD7-E1B3-40A6-589C0BFDBF76}"/>
              </a:ext>
            </a:extLst>
          </p:cNvPr>
          <p:cNvSpPr/>
          <p:nvPr userDrawn="1"/>
        </p:nvSpPr>
        <p:spPr>
          <a:xfrm>
            <a:off x="6220082" y="2743202"/>
            <a:ext cx="5505279" cy="3422931"/>
          </a:xfrm>
          <a:prstGeom prst="roundRect">
            <a:avLst>
              <a:gd name="adj" fmla="val 3665"/>
            </a:avLst>
          </a:prstGeom>
          <a:solidFill>
            <a:srgbClr val="FFF6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>
              <a:solidFill>
                <a:schemeClr val="tx1"/>
              </a:solidFill>
            </a:endParaRP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29E3FE37-A945-57F7-FD85-B450F5708553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318266" y="3037052"/>
            <a:ext cx="3384085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Otsikko</a:t>
            </a:r>
            <a:endParaRPr lang="en-FI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4A640FAE-313B-4015-FDD9-7BB41D6BEE50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318264" y="3892269"/>
            <a:ext cx="5156242" cy="2063468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FontTx/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FontTx/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FontTx/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FontTx/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1819273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me palsta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4198203-882C-15F9-0818-F6BF02813C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5151" y="420739"/>
            <a:ext cx="1077944" cy="585374"/>
          </a:xfrm>
          <a:prstGeom prst="rect">
            <a:avLst/>
          </a:prstGeom>
        </p:spPr>
      </p:pic>
      <p:sp>
        <p:nvSpPr>
          <p:cNvPr id="4" name="Title 24">
            <a:extLst>
              <a:ext uri="{FF2B5EF4-FFF2-40B4-BE49-F238E27FC236}">
                <a16:creationId xmlns:a16="http://schemas.microsoft.com/office/drawing/2014/main" id="{2D7FEC0B-7A7D-A830-2EA1-7FD2E7BF2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2" y="580319"/>
            <a:ext cx="7538552" cy="809668"/>
          </a:xfrm>
        </p:spPr>
        <p:txBody>
          <a:bodyPr>
            <a:noAutofit/>
          </a:bodyPr>
          <a:lstStyle>
            <a:lvl1pPr>
              <a:defRPr sz="3300"/>
            </a:lvl1pPr>
          </a:lstStyle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498C0D7-920E-EF4A-FF17-B96A1B47271F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66344" y="4934431"/>
            <a:ext cx="3363378" cy="391948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GB" dirty="0" err="1"/>
              <a:t>Teksti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112BBF1-38BA-4DCD-F870-B0A403A8C7EB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466348" y="5308375"/>
            <a:ext cx="3363375" cy="85468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2000"/>
            </a:lvl1pPr>
            <a:lvl2pPr marL="457200" indent="0" algn="ctr">
              <a:lnSpc>
                <a:spcPct val="100000"/>
              </a:lnSpc>
              <a:buFontTx/>
              <a:buNone/>
              <a:defRPr sz="2000"/>
            </a:lvl2pPr>
            <a:lvl3pPr marL="914400" indent="0" algn="ctr">
              <a:lnSpc>
                <a:spcPct val="100000"/>
              </a:lnSpc>
              <a:buFontTx/>
              <a:buNone/>
              <a:defRPr sz="2000"/>
            </a:lvl3pPr>
            <a:lvl4pPr marL="1371600" indent="0" algn="ctr">
              <a:lnSpc>
                <a:spcPct val="100000"/>
              </a:lnSpc>
              <a:buFontTx/>
              <a:buNone/>
              <a:defRPr sz="2000"/>
            </a:lvl4pPr>
            <a:lvl5pPr marL="1828800" indent="0" algn="ctr">
              <a:lnSpc>
                <a:spcPct val="100000"/>
              </a:lnSpc>
              <a:buFontTx/>
              <a:buNone/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6778382C-0D69-DBB2-9010-BFD2BA7C3D5D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466344" y="2369256"/>
            <a:ext cx="3363378" cy="2413883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FI" dirty="0"/>
              <a:t>Objekti tähän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24F12FF-CC0E-0499-84C1-C94051E581A8}"/>
              </a:ext>
            </a:extLst>
          </p:cNvPr>
          <p:cNvSpPr>
            <a:spLocks noGrp="1"/>
          </p:cNvSpPr>
          <p:nvPr>
            <p:ph sz="half" idx="33" hasCustomPrompt="1"/>
          </p:nvPr>
        </p:nvSpPr>
        <p:spPr>
          <a:xfrm>
            <a:off x="8362457" y="4934431"/>
            <a:ext cx="3363378" cy="391948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GB" dirty="0" err="1"/>
              <a:t>Teksti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D9B07CB-B7C7-5C5D-5CC6-BC02FE65527E}"/>
              </a:ext>
            </a:extLst>
          </p:cNvPr>
          <p:cNvSpPr>
            <a:spLocks noGrp="1"/>
          </p:cNvSpPr>
          <p:nvPr>
            <p:ph sz="half" idx="34" hasCustomPrompt="1"/>
          </p:nvPr>
        </p:nvSpPr>
        <p:spPr>
          <a:xfrm>
            <a:off x="8362459" y="5308375"/>
            <a:ext cx="3363375" cy="85468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2000"/>
            </a:lvl1pPr>
            <a:lvl2pPr marL="457200" indent="0" algn="ctr">
              <a:lnSpc>
                <a:spcPct val="100000"/>
              </a:lnSpc>
              <a:buFontTx/>
              <a:buNone/>
              <a:defRPr sz="2000"/>
            </a:lvl2pPr>
            <a:lvl3pPr marL="914400" indent="0" algn="ctr">
              <a:lnSpc>
                <a:spcPct val="100000"/>
              </a:lnSpc>
              <a:buFontTx/>
              <a:buNone/>
              <a:defRPr sz="2000"/>
            </a:lvl3pPr>
            <a:lvl4pPr marL="1371600" indent="0" algn="ctr">
              <a:lnSpc>
                <a:spcPct val="100000"/>
              </a:lnSpc>
              <a:buFontTx/>
              <a:buNone/>
              <a:defRPr sz="2000"/>
            </a:lvl4pPr>
            <a:lvl5pPr marL="1828800" indent="0" algn="ctr">
              <a:lnSpc>
                <a:spcPct val="100000"/>
              </a:lnSpc>
              <a:buFontTx/>
              <a:buNone/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01B1565-74F3-9040-F2DA-6D51D0E9CC81}"/>
              </a:ext>
            </a:extLst>
          </p:cNvPr>
          <p:cNvSpPr>
            <a:spLocks noGrp="1"/>
          </p:cNvSpPr>
          <p:nvPr>
            <p:ph sz="half" idx="35" hasCustomPrompt="1"/>
          </p:nvPr>
        </p:nvSpPr>
        <p:spPr>
          <a:xfrm>
            <a:off x="8362457" y="2369256"/>
            <a:ext cx="3363378" cy="2413883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FI" dirty="0"/>
              <a:t>Objekti tähän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11EF8E5-08C3-8259-FD8F-0B4829D5A9F0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4414401" y="4934431"/>
            <a:ext cx="3363378" cy="391948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GB" dirty="0" err="1"/>
              <a:t>Teksti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54BE57F-D88F-4D90-13FE-E6F97B3CFAF5}"/>
              </a:ext>
            </a:extLst>
          </p:cNvPr>
          <p:cNvSpPr>
            <a:spLocks noGrp="1"/>
          </p:cNvSpPr>
          <p:nvPr>
            <p:ph sz="half" idx="37" hasCustomPrompt="1"/>
          </p:nvPr>
        </p:nvSpPr>
        <p:spPr>
          <a:xfrm>
            <a:off x="4414403" y="5308375"/>
            <a:ext cx="3363375" cy="85468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2000"/>
            </a:lvl1pPr>
            <a:lvl2pPr marL="457200" indent="0" algn="ctr">
              <a:lnSpc>
                <a:spcPct val="100000"/>
              </a:lnSpc>
              <a:buFontTx/>
              <a:buNone/>
              <a:defRPr sz="2000"/>
            </a:lvl2pPr>
            <a:lvl3pPr marL="914400" indent="0" algn="ctr">
              <a:lnSpc>
                <a:spcPct val="100000"/>
              </a:lnSpc>
              <a:buFontTx/>
              <a:buNone/>
              <a:defRPr sz="2000"/>
            </a:lvl3pPr>
            <a:lvl4pPr marL="1371600" indent="0" algn="ctr">
              <a:lnSpc>
                <a:spcPct val="100000"/>
              </a:lnSpc>
              <a:buFontTx/>
              <a:buNone/>
              <a:defRPr sz="2000"/>
            </a:lvl4pPr>
            <a:lvl5pPr marL="1828800" indent="0" algn="ctr">
              <a:lnSpc>
                <a:spcPct val="100000"/>
              </a:lnSpc>
              <a:buFontTx/>
              <a:buNone/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C8F8352B-67BE-D473-5732-349B66C9DC60}"/>
              </a:ext>
            </a:extLst>
          </p:cNvPr>
          <p:cNvSpPr>
            <a:spLocks noGrp="1"/>
          </p:cNvSpPr>
          <p:nvPr>
            <p:ph sz="half" idx="38" hasCustomPrompt="1"/>
          </p:nvPr>
        </p:nvSpPr>
        <p:spPr>
          <a:xfrm>
            <a:off x="4414401" y="2369256"/>
            <a:ext cx="3363378" cy="2413883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FI" dirty="0"/>
              <a:t>Objekti tähän</a:t>
            </a:r>
          </a:p>
        </p:txBody>
      </p:sp>
    </p:spTree>
    <p:extLst>
      <p:ext uri="{BB962C8B-B14F-4D97-AF65-F5344CB8AC3E}">
        <p14:creationId xmlns:p14="http://schemas.microsoft.com/office/powerpoint/2010/main" val="37169970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me palstaa sini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4">
            <a:extLst>
              <a:ext uri="{FF2B5EF4-FFF2-40B4-BE49-F238E27FC236}">
                <a16:creationId xmlns:a16="http://schemas.microsoft.com/office/drawing/2014/main" id="{2D7FEC0B-7A7D-A830-2EA1-7FD2E7BF2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2" y="539859"/>
            <a:ext cx="7538552" cy="80966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4A7A2AE-D09D-AA60-C3AD-202B2C06E68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0005" y="1273645"/>
            <a:ext cx="3913168" cy="649927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170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sz="17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17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7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7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 dirty="0" err="1"/>
              <a:t>Nettiosoite</a:t>
            </a:r>
            <a:r>
              <a:rPr lang="en-GB" dirty="0"/>
              <a:t> </a:t>
            </a:r>
            <a:r>
              <a:rPr lang="en-GB" dirty="0" err="1"/>
              <a:t>tms</a:t>
            </a:r>
            <a:r>
              <a:rPr lang="en-GB" dirty="0"/>
              <a:t>.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9988FF9-853B-8781-BAC5-7AA065934D5D}"/>
              </a:ext>
            </a:extLst>
          </p:cNvPr>
          <p:cNvSpPr/>
          <p:nvPr userDrawn="1"/>
        </p:nvSpPr>
        <p:spPr>
          <a:xfrm>
            <a:off x="448907" y="2743202"/>
            <a:ext cx="3597113" cy="3422931"/>
          </a:xfrm>
          <a:prstGeom prst="roundRect">
            <a:avLst>
              <a:gd name="adj" fmla="val 3665"/>
            </a:avLst>
          </a:prstGeom>
          <a:solidFill>
            <a:srgbClr val="D7F2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498C0D7-920E-EF4A-FF17-B96A1B47271F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548644" y="3037052"/>
            <a:ext cx="3384085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112BBF1-38BA-4DCD-F870-B0A403A8C7EB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548646" y="3892269"/>
            <a:ext cx="3384085" cy="2063468"/>
          </a:xfrm>
        </p:spPr>
        <p:txBody>
          <a:bodyPr anchor="t">
            <a:noAutofit/>
          </a:bodyPr>
          <a:lstStyle>
            <a:lvl1pPr marL="216000" indent="-2160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Bullet points</a:t>
            </a:r>
            <a:endParaRPr lang="en-FI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7C590F1-DAE2-81B7-D5AD-3DC1E8EDB0B7}"/>
              </a:ext>
            </a:extLst>
          </p:cNvPr>
          <p:cNvSpPr/>
          <p:nvPr userDrawn="1"/>
        </p:nvSpPr>
        <p:spPr>
          <a:xfrm>
            <a:off x="4292623" y="2743202"/>
            <a:ext cx="3597113" cy="3422931"/>
          </a:xfrm>
          <a:prstGeom prst="roundRect">
            <a:avLst>
              <a:gd name="adj" fmla="val 3665"/>
            </a:avLst>
          </a:prstGeom>
          <a:solidFill>
            <a:srgbClr val="D7F2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BBDC9A6E-53A1-3772-57EC-D95B83782187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4392361" y="3037052"/>
            <a:ext cx="3384085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C6D69CB6-C870-4147-0A09-D3E2B0EB6ADC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4392363" y="3892269"/>
            <a:ext cx="3384085" cy="2063468"/>
          </a:xfrm>
        </p:spPr>
        <p:txBody>
          <a:bodyPr anchor="t">
            <a:noAutofit/>
          </a:bodyPr>
          <a:lstStyle>
            <a:lvl1pPr marL="216000" indent="-2160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Bullet points</a:t>
            </a:r>
            <a:endParaRPr lang="en-FI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B6F02CF-5CD7-E1B3-40A6-589C0BFDBF76}"/>
              </a:ext>
            </a:extLst>
          </p:cNvPr>
          <p:cNvSpPr/>
          <p:nvPr userDrawn="1"/>
        </p:nvSpPr>
        <p:spPr>
          <a:xfrm>
            <a:off x="8128248" y="2743202"/>
            <a:ext cx="3597113" cy="3422931"/>
          </a:xfrm>
          <a:prstGeom prst="roundRect">
            <a:avLst>
              <a:gd name="adj" fmla="val 3665"/>
            </a:avLst>
          </a:prstGeom>
          <a:solidFill>
            <a:srgbClr val="D7F2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29E3FE37-A945-57F7-FD85-B450F5708553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8227986" y="3037052"/>
            <a:ext cx="3384085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4A640FAE-313B-4015-FDD9-7BB41D6BEE50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8227988" y="3892269"/>
            <a:ext cx="3384085" cy="2063468"/>
          </a:xfrm>
        </p:spPr>
        <p:txBody>
          <a:bodyPr anchor="t">
            <a:noAutofit/>
          </a:bodyPr>
          <a:lstStyle>
            <a:lvl1pPr marL="216000" indent="-2160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Bullet points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4136254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me palstaa keltai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4">
            <a:extLst>
              <a:ext uri="{FF2B5EF4-FFF2-40B4-BE49-F238E27FC236}">
                <a16:creationId xmlns:a16="http://schemas.microsoft.com/office/drawing/2014/main" id="{2D7FEC0B-7A7D-A830-2EA1-7FD2E7BF2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2" y="539859"/>
            <a:ext cx="7538552" cy="80966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4A7A2AE-D09D-AA60-C3AD-202B2C06E68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0005" y="1273645"/>
            <a:ext cx="3913168" cy="649927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170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sz="17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17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7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7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 dirty="0" err="1"/>
              <a:t>Nettiosoite</a:t>
            </a:r>
            <a:r>
              <a:rPr lang="en-GB" dirty="0"/>
              <a:t> </a:t>
            </a:r>
            <a:r>
              <a:rPr lang="en-GB" dirty="0" err="1"/>
              <a:t>tms</a:t>
            </a:r>
            <a:r>
              <a:rPr lang="en-GB" dirty="0"/>
              <a:t>.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9988FF9-853B-8781-BAC5-7AA065934D5D}"/>
              </a:ext>
            </a:extLst>
          </p:cNvPr>
          <p:cNvSpPr/>
          <p:nvPr userDrawn="1"/>
        </p:nvSpPr>
        <p:spPr>
          <a:xfrm>
            <a:off x="448907" y="2743202"/>
            <a:ext cx="3597113" cy="3422931"/>
          </a:xfrm>
          <a:prstGeom prst="roundRect">
            <a:avLst>
              <a:gd name="adj" fmla="val 3665"/>
            </a:avLst>
          </a:prstGeom>
          <a:solidFill>
            <a:srgbClr val="FFF6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498C0D7-920E-EF4A-FF17-B96A1B47271F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548644" y="3037052"/>
            <a:ext cx="3384085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7C590F1-DAE2-81B7-D5AD-3DC1E8EDB0B7}"/>
              </a:ext>
            </a:extLst>
          </p:cNvPr>
          <p:cNvSpPr/>
          <p:nvPr userDrawn="1"/>
        </p:nvSpPr>
        <p:spPr>
          <a:xfrm>
            <a:off x="4292623" y="2743202"/>
            <a:ext cx="3597113" cy="3422931"/>
          </a:xfrm>
          <a:prstGeom prst="roundRect">
            <a:avLst>
              <a:gd name="adj" fmla="val 3665"/>
            </a:avLst>
          </a:prstGeom>
          <a:solidFill>
            <a:srgbClr val="FFF6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BBDC9A6E-53A1-3772-57EC-D95B83782187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4392361" y="3037052"/>
            <a:ext cx="3384085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B6F02CF-5CD7-E1B3-40A6-589C0BFDBF76}"/>
              </a:ext>
            </a:extLst>
          </p:cNvPr>
          <p:cNvSpPr/>
          <p:nvPr userDrawn="1"/>
        </p:nvSpPr>
        <p:spPr>
          <a:xfrm>
            <a:off x="8128248" y="2743202"/>
            <a:ext cx="3597113" cy="3422931"/>
          </a:xfrm>
          <a:prstGeom prst="roundRect">
            <a:avLst>
              <a:gd name="adj" fmla="val 3665"/>
            </a:avLst>
          </a:prstGeom>
          <a:solidFill>
            <a:srgbClr val="FFF6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29E3FE37-A945-57F7-FD85-B450F5708553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8227986" y="3037052"/>
            <a:ext cx="3384085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E74C0F23-FA8F-44CD-BCF1-8BCE7C4DEE48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548646" y="3892269"/>
            <a:ext cx="3384085" cy="2063468"/>
          </a:xfrm>
        </p:spPr>
        <p:txBody>
          <a:bodyPr anchor="t">
            <a:noAutofit/>
          </a:bodyPr>
          <a:lstStyle>
            <a:lvl1pPr marL="216000" indent="-2160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Bullet points</a:t>
            </a:r>
            <a:endParaRPr lang="en-FI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9121B23-1C25-9A48-BCB3-511E186F3C9F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4392363" y="3892269"/>
            <a:ext cx="3384085" cy="2063468"/>
          </a:xfrm>
        </p:spPr>
        <p:txBody>
          <a:bodyPr anchor="t">
            <a:noAutofit/>
          </a:bodyPr>
          <a:lstStyle>
            <a:lvl1pPr marL="216000" indent="-2160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Bullet points</a:t>
            </a:r>
            <a:endParaRPr lang="en-FI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A48C8FA-3EF8-CB55-E8DC-64B47FD9F521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8227988" y="3892269"/>
            <a:ext cx="3384085" cy="2063468"/>
          </a:xfrm>
        </p:spPr>
        <p:txBody>
          <a:bodyPr anchor="t">
            <a:noAutofit/>
          </a:bodyPr>
          <a:lstStyle>
            <a:lvl1pPr marL="216000" indent="-2160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Bullet points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7284016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olme palstaa sini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4">
            <a:extLst>
              <a:ext uri="{FF2B5EF4-FFF2-40B4-BE49-F238E27FC236}">
                <a16:creationId xmlns:a16="http://schemas.microsoft.com/office/drawing/2014/main" id="{2D7FEC0B-7A7D-A830-2EA1-7FD2E7BF2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1" y="539859"/>
            <a:ext cx="10150563" cy="80966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9988FF9-853B-8781-BAC5-7AA065934D5D}"/>
              </a:ext>
            </a:extLst>
          </p:cNvPr>
          <p:cNvSpPr/>
          <p:nvPr userDrawn="1"/>
        </p:nvSpPr>
        <p:spPr>
          <a:xfrm>
            <a:off x="448907" y="1349528"/>
            <a:ext cx="3597113" cy="4816606"/>
          </a:xfrm>
          <a:prstGeom prst="roundRect">
            <a:avLst>
              <a:gd name="adj" fmla="val 3665"/>
            </a:avLst>
          </a:prstGeom>
          <a:solidFill>
            <a:srgbClr val="D7F2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498C0D7-920E-EF4A-FF17-B96A1B47271F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548644" y="1485343"/>
            <a:ext cx="3384085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112BBF1-38BA-4DCD-F870-B0A403A8C7EB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548646" y="2340559"/>
            <a:ext cx="3384085" cy="3736967"/>
          </a:xfrm>
        </p:spPr>
        <p:txBody>
          <a:bodyPr anchor="t">
            <a:noAutofit/>
          </a:bodyPr>
          <a:lstStyle>
            <a:lvl1pPr marL="216000" indent="-2160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Bullet points</a:t>
            </a:r>
            <a:endParaRPr lang="en-FI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7C590F1-DAE2-81B7-D5AD-3DC1E8EDB0B7}"/>
              </a:ext>
            </a:extLst>
          </p:cNvPr>
          <p:cNvSpPr/>
          <p:nvPr userDrawn="1"/>
        </p:nvSpPr>
        <p:spPr>
          <a:xfrm>
            <a:off x="4292623" y="1349528"/>
            <a:ext cx="3597113" cy="4816606"/>
          </a:xfrm>
          <a:prstGeom prst="roundRect">
            <a:avLst>
              <a:gd name="adj" fmla="val 3665"/>
            </a:avLst>
          </a:prstGeom>
          <a:solidFill>
            <a:srgbClr val="D7F2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BBDC9A6E-53A1-3772-57EC-D95B83782187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4392361" y="1485343"/>
            <a:ext cx="3384085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C6D69CB6-C870-4147-0A09-D3E2B0EB6ADC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4392363" y="2340559"/>
            <a:ext cx="3384085" cy="3736967"/>
          </a:xfrm>
        </p:spPr>
        <p:txBody>
          <a:bodyPr anchor="t">
            <a:noAutofit/>
          </a:bodyPr>
          <a:lstStyle>
            <a:lvl1pPr marL="216000" indent="-2160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Bullet points</a:t>
            </a:r>
            <a:endParaRPr lang="en-FI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B6F02CF-5CD7-E1B3-40A6-589C0BFDBF76}"/>
              </a:ext>
            </a:extLst>
          </p:cNvPr>
          <p:cNvSpPr/>
          <p:nvPr userDrawn="1"/>
        </p:nvSpPr>
        <p:spPr>
          <a:xfrm>
            <a:off x="8128248" y="1349528"/>
            <a:ext cx="3597113" cy="4816606"/>
          </a:xfrm>
          <a:prstGeom prst="roundRect">
            <a:avLst>
              <a:gd name="adj" fmla="val 3665"/>
            </a:avLst>
          </a:prstGeom>
          <a:solidFill>
            <a:srgbClr val="D7F2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29E3FE37-A945-57F7-FD85-B450F5708553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8227986" y="1485343"/>
            <a:ext cx="3384085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4A640FAE-313B-4015-FDD9-7BB41D6BEE50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8227988" y="2340559"/>
            <a:ext cx="3384085" cy="3736967"/>
          </a:xfrm>
        </p:spPr>
        <p:txBody>
          <a:bodyPr anchor="t">
            <a:noAutofit/>
          </a:bodyPr>
          <a:lstStyle>
            <a:lvl1pPr marL="216000" indent="-2160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Bullet points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6544963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ljä palsta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4198203-882C-15F9-0818-F6BF02813C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5151" y="420739"/>
            <a:ext cx="1077944" cy="585374"/>
          </a:xfrm>
          <a:prstGeom prst="rect">
            <a:avLst/>
          </a:prstGeom>
        </p:spPr>
      </p:pic>
      <p:sp>
        <p:nvSpPr>
          <p:cNvPr id="4" name="Title 24">
            <a:extLst>
              <a:ext uri="{FF2B5EF4-FFF2-40B4-BE49-F238E27FC236}">
                <a16:creationId xmlns:a16="http://schemas.microsoft.com/office/drawing/2014/main" id="{2D7FEC0B-7A7D-A830-2EA1-7FD2E7BF2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2" y="580319"/>
            <a:ext cx="7538552" cy="809668"/>
          </a:xfrm>
        </p:spPr>
        <p:txBody>
          <a:bodyPr>
            <a:noAutofit/>
          </a:bodyPr>
          <a:lstStyle>
            <a:lvl1pPr>
              <a:defRPr sz="3300"/>
            </a:lvl1pPr>
          </a:lstStyle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6778382C-0D69-DBB2-9010-BFD2BA7C3D5D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466346" y="2369256"/>
            <a:ext cx="2650641" cy="2413883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FI" dirty="0"/>
              <a:t>Objekti tähän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498C0D7-920E-EF4A-FF17-B96A1B47271F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66346" y="4934431"/>
            <a:ext cx="2650641" cy="391948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GB" dirty="0" err="1"/>
              <a:t>Teksti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112BBF1-38BA-4DCD-F870-B0A403A8C7EB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466348" y="5308375"/>
            <a:ext cx="2650639" cy="85468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2000"/>
            </a:lvl1pPr>
            <a:lvl2pPr marL="457200" indent="0" algn="ctr">
              <a:lnSpc>
                <a:spcPct val="100000"/>
              </a:lnSpc>
              <a:buFontTx/>
              <a:buNone/>
              <a:defRPr sz="2000"/>
            </a:lvl2pPr>
            <a:lvl3pPr marL="914400" indent="0" algn="ctr">
              <a:lnSpc>
                <a:spcPct val="100000"/>
              </a:lnSpc>
              <a:buFontTx/>
              <a:buNone/>
              <a:defRPr sz="2000"/>
            </a:lvl3pPr>
            <a:lvl4pPr marL="1371600" indent="0" algn="ctr">
              <a:lnSpc>
                <a:spcPct val="100000"/>
              </a:lnSpc>
              <a:buFontTx/>
              <a:buNone/>
              <a:defRPr sz="2000"/>
            </a:lvl4pPr>
            <a:lvl5pPr marL="1828800" indent="0" algn="ctr">
              <a:lnSpc>
                <a:spcPct val="100000"/>
              </a:lnSpc>
              <a:buFontTx/>
              <a:buNone/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314488CB-ED91-A632-1ED7-101892E1D313}"/>
              </a:ext>
            </a:extLst>
          </p:cNvPr>
          <p:cNvSpPr>
            <a:spLocks noGrp="1"/>
          </p:cNvSpPr>
          <p:nvPr>
            <p:ph sz="half" idx="33" hasCustomPrompt="1"/>
          </p:nvPr>
        </p:nvSpPr>
        <p:spPr>
          <a:xfrm>
            <a:off x="3347111" y="2369256"/>
            <a:ext cx="2650641" cy="2413883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FI" dirty="0"/>
              <a:t>Objekti tähän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4B7D904-431B-170A-D829-1FD44634A509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3347110" y="4934431"/>
            <a:ext cx="2650641" cy="391948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GB" dirty="0" err="1"/>
              <a:t>Teksti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E051371-8D52-6B48-B191-EF286A0AE394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3347112" y="5308375"/>
            <a:ext cx="2650639" cy="85468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2000"/>
            </a:lvl1pPr>
            <a:lvl2pPr marL="457200" indent="0" algn="ctr">
              <a:lnSpc>
                <a:spcPct val="100000"/>
              </a:lnSpc>
              <a:buFontTx/>
              <a:buNone/>
              <a:defRPr sz="2000"/>
            </a:lvl2pPr>
            <a:lvl3pPr marL="914400" indent="0" algn="ctr">
              <a:lnSpc>
                <a:spcPct val="100000"/>
              </a:lnSpc>
              <a:buFontTx/>
              <a:buNone/>
              <a:defRPr sz="2000"/>
            </a:lvl3pPr>
            <a:lvl4pPr marL="1371600" indent="0" algn="ctr">
              <a:lnSpc>
                <a:spcPct val="100000"/>
              </a:lnSpc>
              <a:buFontTx/>
              <a:buNone/>
              <a:defRPr sz="2000"/>
            </a:lvl4pPr>
            <a:lvl5pPr marL="1828800" indent="0" algn="ctr">
              <a:lnSpc>
                <a:spcPct val="100000"/>
              </a:lnSpc>
              <a:buFontTx/>
              <a:buNone/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E15CDF6F-B5CE-8EB0-E021-F4B1F400C4BA}"/>
              </a:ext>
            </a:extLst>
          </p:cNvPr>
          <p:cNvSpPr>
            <a:spLocks noGrp="1"/>
          </p:cNvSpPr>
          <p:nvPr>
            <p:ph sz="half" idx="34" hasCustomPrompt="1"/>
          </p:nvPr>
        </p:nvSpPr>
        <p:spPr>
          <a:xfrm>
            <a:off x="6219784" y="2369256"/>
            <a:ext cx="2650641" cy="2413883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FI" dirty="0"/>
              <a:t>Objekti tähän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98AB83BD-8762-FBC7-BA45-E37F82EA5FF4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219783" y="4934431"/>
            <a:ext cx="2650641" cy="391948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GB" dirty="0" err="1"/>
              <a:t>Teksti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8D57906B-FC55-0772-8BDD-95CE6D64E862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219785" y="5308375"/>
            <a:ext cx="2650639" cy="85468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2000"/>
            </a:lvl1pPr>
            <a:lvl2pPr marL="457200" indent="0" algn="ctr">
              <a:lnSpc>
                <a:spcPct val="100000"/>
              </a:lnSpc>
              <a:buFontTx/>
              <a:buNone/>
              <a:defRPr sz="2000"/>
            </a:lvl2pPr>
            <a:lvl3pPr marL="914400" indent="0" algn="ctr">
              <a:lnSpc>
                <a:spcPct val="100000"/>
              </a:lnSpc>
              <a:buFontTx/>
              <a:buNone/>
              <a:defRPr sz="2000"/>
            </a:lvl3pPr>
            <a:lvl4pPr marL="1371600" indent="0" algn="ctr">
              <a:lnSpc>
                <a:spcPct val="100000"/>
              </a:lnSpc>
              <a:buFontTx/>
              <a:buNone/>
              <a:defRPr sz="2000"/>
            </a:lvl4pPr>
            <a:lvl5pPr marL="1828800" indent="0" algn="ctr">
              <a:lnSpc>
                <a:spcPct val="100000"/>
              </a:lnSpc>
              <a:buFontTx/>
              <a:buNone/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FC210A0-6A4E-4B7F-CA2B-FF859B9F8D6A}"/>
              </a:ext>
            </a:extLst>
          </p:cNvPr>
          <p:cNvSpPr>
            <a:spLocks noGrp="1"/>
          </p:cNvSpPr>
          <p:nvPr>
            <p:ph sz="half" idx="35" hasCustomPrompt="1"/>
          </p:nvPr>
        </p:nvSpPr>
        <p:spPr>
          <a:xfrm>
            <a:off x="9092456" y="2369256"/>
            <a:ext cx="2650641" cy="2413883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FI" dirty="0"/>
              <a:t>Objekti tähän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89534C83-B69C-BFEE-CAB6-1484A7D33DC3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9108640" y="4934431"/>
            <a:ext cx="2650641" cy="391948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GB" dirty="0" err="1"/>
              <a:t>Teksti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EC1F3974-8955-E5AB-6E20-FA7DE8085A49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9108642" y="5308375"/>
            <a:ext cx="2650639" cy="85468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2000"/>
            </a:lvl1pPr>
            <a:lvl2pPr marL="457200" indent="0" algn="ctr">
              <a:lnSpc>
                <a:spcPct val="100000"/>
              </a:lnSpc>
              <a:buFontTx/>
              <a:buNone/>
              <a:defRPr sz="2000"/>
            </a:lvl2pPr>
            <a:lvl3pPr marL="914400" indent="0" algn="ctr">
              <a:lnSpc>
                <a:spcPct val="100000"/>
              </a:lnSpc>
              <a:buFontTx/>
              <a:buNone/>
              <a:defRPr sz="2000"/>
            </a:lvl3pPr>
            <a:lvl4pPr marL="1371600" indent="0" algn="ctr">
              <a:lnSpc>
                <a:spcPct val="100000"/>
              </a:lnSpc>
              <a:buFontTx/>
              <a:buNone/>
              <a:defRPr sz="2000"/>
            </a:lvl4pPr>
            <a:lvl5pPr marL="1828800" indent="0" algn="ctr">
              <a:lnSpc>
                <a:spcPct val="100000"/>
              </a:lnSpc>
              <a:buFontTx/>
              <a:buNone/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6581663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ljä palstaa sini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4">
            <a:extLst>
              <a:ext uri="{FF2B5EF4-FFF2-40B4-BE49-F238E27FC236}">
                <a16:creationId xmlns:a16="http://schemas.microsoft.com/office/drawing/2014/main" id="{2D7FEC0B-7A7D-A830-2EA1-7FD2E7BF2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2" y="539859"/>
            <a:ext cx="7538552" cy="80966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4A7A2AE-D09D-AA60-C3AD-202B2C06E68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0005" y="1273645"/>
            <a:ext cx="3913168" cy="649927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170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sz="17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17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7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7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 dirty="0" err="1"/>
              <a:t>Nettiosoite</a:t>
            </a:r>
            <a:r>
              <a:rPr lang="en-GB" dirty="0"/>
              <a:t> </a:t>
            </a:r>
            <a:r>
              <a:rPr lang="en-GB" dirty="0" err="1"/>
              <a:t>tms</a:t>
            </a:r>
            <a:r>
              <a:rPr lang="en-GB" dirty="0"/>
              <a:t>.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9988FF9-853B-8781-BAC5-7AA065934D5D}"/>
              </a:ext>
            </a:extLst>
          </p:cNvPr>
          <p:cNvSpPr/>
          <p:nvPr userDrawn="1"/>
        </p:nvSpPr>
        <p:spPr>
          <a:xfrm>
            <a:off x="448907" y="2743202"/>
            <a:ext cx="2650345" cy="3422931"/>
          </a:xfrm>
          <a:prstGeom prst="roundRect">
            <a:avLst>
              <a:gd name="adj" fmla="val 3665"/>
            </a:avLst>
          </a:prstGeom>
          <a:solidFill>
            <a:srgbClr val="D7F2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498C0D7-920E-EF4A-FF17-B96A1B47271F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548644" y="3037052"/>
            <a:ext cx="2404951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112BBF1-38BA-4DCD-F870-B0A403A8C7EB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548646" y="3892269"/>
            <a:ext cx="2404949" cy="2063468"/>
          </a:xfrm>
        </p:spPr>
        <p:txBody>
          <a:bodyPr anchor="t">
            <a:noAutofit/>
          </a:bodyPr>
          <a:lstStyle>
            <a:lvl1pPr marL="216000" indent="-2160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Bullet points</a:t>
            </a:r>
            <a:endParaRPr lang="en-FI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E6EF81B-77D4-4DD1-5AD3-2676C7B77060}"/>
              </a:ext>
            </a:extLst>
          </p:cNvPr>
          <p:cNvSpPr/>
          <p:nvPr userDrawn="1"/>
        </p:nvSpPr>
        <p:spPr>
          <a:xfrm>
            <a:off x="3329671" y="2743202"/>
            <a:ext cx="2650345" cy="3422931"/>
          </a:xfrm>
          <a:prstGeom prst="roundRect">
            <a:avLst>
              <a:gd name="adj" fmla="val 3665"/>
            </a:avLst>
          </a:prstGeom>
          <a:solidFill>
            <a:srgbClr val="D7F2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4B7D904-431B-170A-D829-1FD44634A509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3429408" y="3037052"/>
            <a:ext cx="2404951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E051371-8D52-6B48-B191-EF286A0AE394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3429410" y="3892269"/>
            <a:ext cx="2404949" cy="2063468"/>
          </a:xfrm>
        </p:spPr>
        <p:txBody>
          <a:bodyPr anchor="t">
            <a:noAutofit/>
          </a:bodyPr>
          <a:lstStyle>
            <a:lvl1pPr marL="216000" indent="-2160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Bullet points</a:t>
            </a:r>
            <a:endParaRPr lang="en-FI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C804BC5-9C10-989E-70C3-A8435FB9666E}"/>
              </a:ext>
            </a:extLst>
          </p:cNvPr>
          <p:cNvSpPr/>
          <p:nvPr userDrawn="1"/>
        </p:nvSpPr>
        <p:spPr>
          <a:xfrm>
            <a:off x="6202344" y="2743202"/>
            <a:ext cx="2650345" cy="3422931"/>
          </a:xfrm>
          <a:prstGeom prst="roundRect">
            <a:avLst>
              <a:gd name="adj" fmla="val 3665"/>
            </a:avLst>
          </a:prstGeom>
          <a:solidFill>
            <a:srgbClr val="D7F2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98AB83BD-8762-FBC7-BA45-E37F82EA5FF4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302081" y="3037052"/>
            <a:ext cx="2404951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8D57906B-FC55-0772-8BDD-95CE6D64E862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302083" y="3892269"/>
            <a:ext cx="2404949" cy="2063468"/>
          </a:xfrm>
        </p:spPr>
        <p:txBody>
          <a:bodyPr anchor="t">
            <a:noAutofit/>
          </a:bodyPr>
          <a:lstStyle>
            <a:lvl1pPr marL="216000" indent="-2160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Bullet points</a:t>
            </a:r>
            <a:endParaRPr lang="en-FI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A64AC53-B82C-4464-C722-A99CC2816FA3}"/>
              </a:ext>
            </a:extLst>
          </p:cNvPr>
          <p:cNvSpPr/>
          <p:nvPr userDrawn="1"/>
        </p:nvSpPr>
        <p:spPr>
          <a:xfrm>
            <a:off x="9091201" y="2743202"/>
            <a:ext cx="2650345" cy="3422931"/>
          </a:xfrm>
          <a:prstGeom prst="roundRect">
            <a:avLst>
              <a:gd name="adj" fmla="val 3665"/>
            </a:avLst>
          </a:prstGeom>
          <a:solidFill>
            <a:srgbClr val="D7F2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89534C83-B69C-BFEE-CAB6-1484A7D33DC3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9190938" y="3037052"/>
            <a:ext cx="2404951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EC1F3974-8955-E5AB-6E20-FA7DE8085A49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9190940" y="3892269"/>
            <a:ext cx="2404949" cy="2063468"/>
          </a:xfrm>
        </p:spPr>
        <p:txBody>
          <a:bodyPr anchor="t">
            <a:noAutofit/>
          </a:bodyPr>
          <a:lstStyle>
            <a:lvl1pPr marL="216000" indent="-2160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Bullet points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05631221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ljä palstaa keltai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4">
            <a:extLst>
              <a:ext uri="{FF2B5EF4-FFF2-40B4-BE49-F238E27FC236}">
                <a16:creationId xmlns:a16="http://schemas.microsoft.com/office/drawing/2014/main" id="{2D7FEC0B-7A7D-A830-2EA1-7FD2E7BF2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2" y="539859"/>
            <a:ext cx="7538552" cy="80966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4A7A2AE-D09D-AA60-C3AD-202B2C06E68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0005" y="1273645"/>
            <a:ext cx="3913168" cy="649927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170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sz="17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17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7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7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 dirty="0" err="1"/>
              <a:t>Nettiosoite</a:t>
            </a:r>
            <a:r>
              <a:rPr lang="en-GB" dirty="0"/>
              <a:t> </a:t>
            </a:r>
            <a:r>
              <a:rPr lang="en-GB" dirty="0" err="1"/>
              <a:t>tms</a:t>
            </a:r>
            <a:r>
              <a:rPr lang="en-GB" dirty="0"/>
              <a:t>.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9988FF9-853B-8781-BAC5-7AA065934D5D}"/>
              </a:ext>
            </a:extLst>
          </p:cNvPr>
          <p:cNvSpPr/>
          <p:nvPr userDrawn="1"/>
        </p:nvSpPr>
        <p:spPr>
          <a:xfrm>
            <a:off x="448907" y="2743202"/>
            <a:ext cx="2650345" cy="3422931"/>
          </a:xfrm>
          <a:prstGeom prst="roundRect">
            <a:avLst>
              <a:gd name="adj" fmla="val 3665"/>
            </a:avLst>
          </a:prstGeom>
          <a:solidFill>
            <a:srgbClr val="FFF6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498C0D7-920E-EF4A-FF17-B96A1B47271F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548644" y="3037052"/>
            <a:ext cx="2404951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112BBF1-38BA-4DCD-F870-B0A403A8C7EB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548646" y="3892269"/>
            <a:ext cx="2404949" cy="2063468"/>
          </a:xfrm>
        </p:spPr>
        <p:txBody>
          <a:bodyPr anchor="t">
            <a:noAutofit/>
          </a:bodyPr>
          <a:lstStyle>
            <a:lvl1pPr marL="216000" indent="-2160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Bullet points</a:t>
            </a:r>
            <a:endParaRPr lang="en-FI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E6EF81B-77D4-4DD1-5AD3-2676C7B77060}"/>
              </a:ext>
            </a:extLst>
          </p:cNvPr>
          <p:cNvSpPr/>
          <p:nvPr userDrawn="1"/>
        </p:nvSpPr>
        <p:spPr>
          <a:xfrm>
            <a:off x="3329671" y="2743202"/>
            <a:ext cx="2650345" cy="3422931"/>
          </a:xfrm>
          <a:prstGeom prst="roundRect">
            <a:avLst>
              <a:gd name="adj" fmla="val 3665"/>
            </a:avLst>
          </a:prstGeom>
          <a:solidFill>
            <a:srgbClr val="FFF6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4B7D904-431B-170A-D829-1FD44634A509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3429408" y="3037052"/>
            <a:ext cx="2404951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E051371-8D52-6B48-B191-EF286A0AE394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3429410" y="3892269"/>
            <a:ext cx="2404949" cy="2063468"/>
          </a:xfrm>
        </p:spPr>
        <p:txBody>
          <a:bodyPr anchor="t">
            <a:noAutofit/>
          </a:bodyPr>
          <a:lstStyle>
            <a:lvl1pPr marL="216000" indent="-2160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Bullet points</a:t>
            </a:r>
            <a:endParaRPr lang="en-FI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C804BC5-9C10-989E-70C3-A8435FB9666E}"/>
              </a:ext>
            </a:extLst>
          </p:cNvPr>
          <p:cNvSpPr/>
          <p:nvPr userDrawn="1"/>
        </p:nvSpPr>
        <p:spPr>
          <a:xfrm>
            <a:off x="6202344" y="2743202"/>
            <a:ext cx="2650345" cy="3422931"/>
          </a:xfrm>
          <a:prstGeom prst="roundRect">
            <a:avLst>
              <a:gd name="adj" fmla="val 3665"/>
            </a:avLst>
          </a:prstGeom>
          <a:solidFill>
            <a:srgbClr val="FFF6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98AB83BD-8762-FBC7-BA45-E37F82EA5FF4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302081" y="3037052"/>
            <a:ext cx="2404951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8D57906B-FC55-0772-8BDD-95CE6D64E862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302083" y="3892269"/>
            <a:ext cx="2404949" cy="2063468"/>
          </a:xfrm>
        </p:spPr>
        <p:txBody>
          <a:bodyPr anchor="t">
            <a:noAutofit/>
          </a:bodyPr>
          <a:lstStyle>
            <a:lvl1pPr marL="216000" indent="-2160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Bullet points</a:t>
            </a:r>
            <a:endParaRPr lang="en-FI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A64AC53-B82C-4464-C722-A99CC2816FA3}"/>
              </a:ext>
            </a:extLst>
          </p:cNvPr>
          <p:cNvSpPr/>
          <p:nvPr userDrawn="1"/>
        </p:nvSpPr>
        <p:spPr>
          <a:xfrm>
            <a:off x="9091201" y="2743202"/>
            <a:ext cx="2650345" cy="3422931"/>
          </a:xfrm>
          <a:prstGeom prst="roundRect">
            <a:avLst>
              <a:gd name="adj" fmla="val 3665"/>
            </a:avLst>
          </a:prstGeom>
          <a:solidFill>
            <a:srgbClr val="FFF6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89534C83-B69C-BFEE-CAB6-1484A7D33DC3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9190938" y="3037052"/>
            <a:ext cx="2404951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EC1F3974-8955-E5AB-6E20-FA7DE8085A49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9190940" y="3892269"/>
            <a:ext cx="2404949" cy="2063468"/>
          </a:xfrm>
        </p:spPr>
        <p:txBody>
          <a:bodyPr anchor="t">
            <a:noAutofit/>
          </a:bodyPr>
          <a:lstStyle>
            <a:lvl1pPr marL="216000" indent="-2160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Bullet points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01289582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eljä palstaa sini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9988FF9-853B-8781-BAC5-7AA065934D5D}"/>
              </a:ext>
            </a:extLst>
          </p:cNvPr>
          <p:cNvSpPr/>
          <p:nvPr userDrawn="1"/>
        </p:nvSpPr>
        <p:spPr>
          <a:xfrm>
            <a:off x="448907" y="1349528"/>
            <a:ext cx="2650345" cy="4816606"/>
          </a:xfrm>
          <a:prstGeom prst="roundRect">
            <a:avLst>
              <a:gd name="adj" fmla="val 3665"/>
            </a:avLst>
          </a:prstGeom>
          <a:solidFill>
            <a:srgbClr val="D7F2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498C0D7-920E-EF4A-FF17-B96A1B47271F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548644" y="1485342"/>
            <a:ext cx="2404951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112BBF1-38BA-4DCD-F870-B0A403A8C7EB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548646" y="2340559"/>
            <a:ext cx="2404949" cy="3738024"/>
          </a:xfrm>
        </p:spPr>
        <p:txBody>
          <a:bodyPr anchor="t">
            <a:noAutofit/>
          </a:bodyPr>
          <a:lstStyle>
            <a:lvl1pPr marL="216000" indent="-2160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Bullet points</a:t>
            </a:r>
            <a:endParaRPr lang="en-FI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E6EF81B-77D4-4DD1-5AD3-2676C7B77060}"/>
              </a:ext>
            </a:extLst>
          </p:cNvPr>
          <p:cNvSpPr/>
          <p:nvPr userDrawn="1"/>
        </p:nvSpPr>
        <p:spPr>
          <a:xfrm>
            <a:off x="3329671" y="1349528"/>
            <a:ext cx="2650345" cy="4816606"/>
          </a:xfrm>
          <a:prstGeom prst="roundRect">
            <a:avLst>
              <a:gd name="adj" fmla="val 3665"/>
            </a:avLst>
          </a:prstGeom>
          <a:solidFill>
            <a:srgbClr val="D7F2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4B7D904-431B-170A-D829-1FD44634A509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3429408" y="1485342"/>
            <a:ext cx="2404951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E051371-8D52-6B48-B191-EF286A0AE394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3429410" y="2340559"/>
            <a:ext cx="2404949" cy="3738024"/>
          </a:xfrm>
        </p:spPr>
        <p:txBody>
          <a:bodyPr anchor="t">
            <a:noAutofit/>
          </a:bodyPr>
          <a:lstStyle>
            <a:lvl1pPr marL="216000" indent="-2160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Bullet points</a:t>
            </a:r>
            <a:endParaRPr lang="en-FI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C804BC5-9C10-989E-70C3-A8435FB9666E}"/>
              </a:ext>
            </a:extLst>
          </p:cNvPr>
          <p:cNvSpPr/>
          <p:nvPr userDrawn="1"/>
        </p:nvSpPr>
        <p:spPr>
          <a:xfrm>
            <a:off x="6202344" y="1349528"/>
            <a:ext cx="2650345" cy="4816606"/>
          </a:xfrm>
          <a:prstGeom prst="roundRect">
            <a:avLst>
              <a:gd name="adj" fmla="val 3665"/>
            </a:avLst>
          </a:prstGeom>
          <a:solidFill>
            <a:srgbClr val="D7F2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98AB83BD-8762-FBC7-BA45-E37F82EA5FF4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302081" y="1485342"/>
            <a:ext cx="2404951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8D57906B-FC55-0772-8BDD-95CE6D64E862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302083" y="2340559"/>
            <a:ext cx="2404949" cy="3738024"/>
          </a:xfrm>
        </p:spPr>
        <p:txBody>
          <a:bodyPr anchor="t">
            <a:noAutofit/>
          </a:bodyPr>
          <a:lstStyle>
            <a:lvl1pPr marL="216000" indent="-2160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Bullet points</a:t>
            </a:r>
            <a:endParaRPr lang="en-FI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A64AC53-B82C-4464-C722-A99CC2816FA3}"/>
              </a:ext>
            </a:extLst>
          </p:cNvPr>
          <p:cNvSpPr/>
          <p:nvPr userDrawn="1"/>
        </p:nvSpPr>
        <p:spPr>
          <a:xfrm>
            <a:off x="9091201" y="1349528"/>
            <a:ext cx="2650345" cy="4816606"/>
          </a:xfrm>
          <a:prstGeom prst="roundRect">
            <a:avLst>
              <a:gd name="adj" fmla="val 3665"/>
            </a:avLst>
          </a:prstGeom>
          <a:solidFill>
            <a:srgbClr val="D7F2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89534C83-B69C-BFEE-CAB6-1484A7D33DC3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9190938" y="1485342"/>
            <a:ext cx="2404951" cy="39194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lnSpc>
                <a:spcPct val="9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EC1F3974-8955-E5AB-6E20-FA7DE8085A49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9190940" y="2340559"/>
            <a:ext cx="2404949" cy="3738024"/>
          </a:xfrm>
        </p:spPr>
        <p:txBody>
          <a:bodyPr anchor="t">
            <a:noAutofit/>
          </a:bodyPr>
          <a:lstStyle>
            <a:lvl1pPr marL="216000" indent="-2160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Bullet points</a:t>
            </a:r>
            <a:endParaRPr lang="en-FI" dirty="0"/>
          </a:p>
        </p:txBody>
      </p:sp>
      <p:sp>
        <p:nvSpPr>
          <p:cNvPr id="3" name="Title 24">
            <a:extLst>
              <a:ext uri="{FF2B5EF4-FFF2-40B4-BE49-F238E27FC236}">
                <a16:creationId xmlns:a16="http://schemas.microsoft.com/office/drawing/2014/main" id="{BE8128CA-E9D6-18FD-2BF2-87466452EB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1" y="539859"/>
            <a:ext cx="10150563" cy="80966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1280272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inen rinnast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93D73C-6857-7D0E-4B89-36E5214FE272}"/>
              </a:ext>
            </a:extLst>
          </p:cNvPr>
          <p:cNvSpPr/>
          <p:nvPr userDrawn="1"/>
        </p:nvSpPr>
        <p:spPr>
          <a:xfrm>
            <a:off x="0" y="2"/>
            <a:ext cx="12192000" cy="1594131"/>
          </a:xfrm>
          <a:prstGeom prst="rect">
            <a:avLst/>
          </a:prstGeom>
          <a:solidFill>
            <a:srgbClr val="D7F2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53D5996-B84F-9C82-A016-83AE34291B04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466346" y="2369256"/>
            <a:ext cx="2650641" cy="2413883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FI" dirty="0"/>
              <a:t>Objekti tähän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7B82A62-0682-E74E-48F9-ECFC2EAF2917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66346" y="4934431"/>
            <a:ext cx="2650641" cy="391948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GB" dirty="0" err="1"/>
              <a:t>Teksti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392EDA-5B13-B786-8422-C5E6F3837C1B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466348" y="5308375"/>
            <a:ext cx="2650639" cy="85468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2000"/>
            </a:lvl1pPr>
            <a:lvl2pPr marL="457200" indent="0" algn="ctr">
              <a:lnSpc>
                <a:spcPct val="100000"/>
              </a:lnSpc>
              <a:buFontTx/>
              <a:buNone/>
              <a:defRPr sz="2000"/>
            </a:lvl2pPr>
            <a:lvl3pPr marL="914400" indent="0" algn="ctr">
              <a:lnSpc>
                <a:spcPct val="100000"/>
              </a:lnSpc>
              <a:buFontTx/>
              <a:buNone/>
              <a:defRPr sz="2000"/>
            </a:lvl3pPr>
            <a:lvl4pPr marL="1371600" indent="0" algn="ctr">
              <a:lnSpc>
                <a:spcPct val="100000"/>
              </a:lnSpc>
              <a:buFontTx/>
              <a:buNone/>
              <a:defRPr sz="2000"/>
            </a:lvl4pPr>
            <a:lvl5pPr marL="1828800" indent="0" algn="ctr">
              <a:lnSpc>
                <a:spcPct val="100000"/>
              </a:lnSpc>
              <a:buFontTx/>
              <a:buNone/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BD5F6D5-23FF-2797-0C70-D2425DE328AE}"/>
              </a:ext>
            </a:extLst>
          </p:cNvPr>
          <p:cNvSpPr>
            <a:spLocks noGrp="1"/>
          </p:cNvSpPr>
          <p:nvPr>
            <p:ph sz="half" idx="33" hasCustomPrompt="1"/>
          </p:nvPr>
        </p:nvSpPr>
        <p:spPr>
          <a:xfrm>
            <a:off x="3347111" y="2369256"/>
            <a:ext cx="2650641" cy="2413883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FI" dirty="0"/>
              <a:t>Objekti tähän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5B4749A-494C-CCAA-BD54-A637320E0993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3347110" y="4934431"/>
            <a:ext cx="2650641" cy="391948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GB" dirty="0" err="1"/>
              <a:t>Teksti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78228D7B-0654-9A34-E5E7-6EB6675D313C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3347112" y="5308375"/>
            <a:ext cx="2650639" cy="85468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2000"/>
            </a:lvl1pPr>
            <a:lvl2pPr marL="457200" indent="0" algn="ctr">
              <a:lnSpc>
                <a:spcPct val="100000"/>
              </a:lnSpc>
              <a:buFontTx/>
              <a:buNone/>
              <a:defRPr sz="2000"/>
            </a:lvl2pPr>
            <a:lvl3pPr marL="914400" indent="0" algn="ctr">
              <a:lnSpc>
                <a:spcPct val="100000"/>
              </a:lnSpc>
              <a:buFontTx/>
              <a:buNone/>
              <a:defRPr sz="2000"/>
            </a:lvl3pPr>
            <a:lvl4pPr marL="1371600" indent="0" algn="ctr">
              <a:lnSpc>
                <a:spcPct val="100000"/>
              </a:lnSpc>
              <a:buFontTx/>
              <a:buNone/>
              <a:defRPr sz="2000"/>
            </a:lvl4pPr>
            <a:lvl5pPr marL="1828800" indent="0" algn="ctr">
              <a:lnSpc>
                <a:spcPct val="100000"/>
              </a:lnSpc>
              <a:buFontTx/>
              <a:buNone/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14E97EB-7B23-AE87-E31C-4C5683A2DFB1}"/>
              </a:ext>
            </a:extLst>
          </p:cNvPr>
          <p:cNvSpPr>
            <a:spLocks noGrp="1"/>
          </p:cNvSpPr>
          <p:nvPr>
            <p:ph sz="half" idx="34" hasCustomPrompt="1"/>
          </p:nvPr>
        </p:nvSpPr>
        <p:spPr>
          <a:xfrm>
            <a:off x="6219784" y="2369256"/>
            <a:ext cx="2650641" cy="2413883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FI" dirty="0"/>
              <a:t>Objekti tähän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179B82C4-E558-8512-D3FC-331FD7E8D5EA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219783" y="4934431"/>
            <a:ext cx="2650641" cy="391948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GB" dirty="0" err="1"/>
              <a:t>Teksti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AD505F1A-8730-4EFF-A7CE-7B94D45D392E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219785" y="5308375"/>
            <a:ext cx="2650639" cy="85468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2000"/>
            </a:lvl1pPr>
            <a:lvl2pPr marL="457200" indent="0" algn="ctr">
              <a:lnSpc>
                <a:spcPct val="100000"/>
              </a:lnSpc>
              <a:buFontTx/>
              <a:buNone/>
              <a:defRPr sz="2000"/>
            </a:lvl2pPr>
            <a:lvl3pPr marL="914400" indent="0" algn="ctr">
              <a:lnSpc>
                <a:spcPct val="100000"/>
              </a:lnSpc>
              <a:buFontTx/>
              <a:buNone/>
              <a:defRPr sz="2000"/>
            </a:lvl3pPr>
            <a:lvl4pPr marL="1371600" indent="0" algn="ctr">
              <a:lnSpc>
                <a:spcPct val="100000"/>
              </a:lnSpc>
              <a:buFontTx/>
              <a:buNone/>
              <a:defRPr sz="2000"/>
            </a:lvl4pPr>
            <a:lvl5pPr marL="1828800" indent="0" algn="ctr">
              <a:lnSpc>
                <a:spcPct val="100000"/>
              </a:lnSpc>
              <a:buFontTx/>
              <a:buNone/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E1012F3F-5227-9CA3-FB4F-0F39803EA8D7}"/>
              </a:ext>
            </a:extLst>
          </p:cNvPr>
          <p:cNvSpPr>
            <a:spLocks noGrp="1"/>
          </p:cNvSpPr>
          <p:nvPr>
            <p:ph sz="half" idx="35" hasCustomPrompt="1"/>
          </p:nvPr>
        </p:nvSpPr>
        <p:spPr>
          <a:xfrm>
            <a:off x="9092456" y="2369256"/>
            <a:ext cx="2650641" cy="2413883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FI" dirty="0"/>
              <a:t>Objekti tähän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095784D-09C2-4E65-0756-6FB09BAE1C7C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9108640" y="4934431"/>
            <a:ext cx="2650641" cy="391948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GB" dirty="0" err="1"/>
              <a:t>Teksti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1F368844-D144-F22B-3CC6-9BEFB9106AF0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9108642" y="5308375"/>
            <a:ext cx="2650639" cy="85468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2000"/>
            </a:lvl1pPr>
            <a:lvl2pPr marL="457200" indent="0" algn="ctr">
              <a:lnSpc>
                <a:spcPct val="100000"/>
              </a:lnSpc>
              <a:buFontTx/>
              <a:buNone/>
              <a:defRPr sz="2000"/>
            </a:lvl2pPr>
            <a:lvl3pPr marL="914400" indent="0" algn="ctr">
              <a:lnSpc>
                <a:spcPct val="100000"/>
              </a:lnSpc>
              <a:buFontTx/>
              <a:buNone/>
              <a:defRPr sz="2000"/>
            </a:lvl3pPr>
            <a:lvl4pPr marL="1371600" indent="0" algn="ctr">
              <a:lnSpc>
                <a:spcPct val="100000"/>
              </a:lnSpc>
              <a:buFontTx/>
              <a:buNone/>
              <a:defRPr sz="2000"/>
            </a:lvl4pPr>
            <a:lvl5pPr marL="1828800" indent="0" algn="ctr">
              <a:lnSpc>
                <a:spcPct val="100000"/>
              </a:lnSpc>
              <a:buFontTx/>
              <a:buNone/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4198203-882C-15F9-0818-F6BF02813C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5151" y="420739"/>
            <a:ext cx="1077944" cy="585374"/>
          </a:xfrm>
          <a:prstGeom prst="rect">
            <a:avLst/>
          </a:prstGeom>
        </p:spPr>
      </p:pic>
      <p:sp>
        <p:nvSpPr>
          <p:cNvPr id="4" name="Title 24">
            <a:extLst>
              <a:ext uri="{FF2B5EF4-FFF2-40B4-BE49-F238E27FC236}">
                <a16:creationId xmlns:a16="http://schemas.microsoft.com/office/drawing/2014/main" id="{90027BDE-5B52-0A32-855F-4731A90A9F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4" y="539859"/>
            <a:ext cx="10207548" cy="809668"/>
          </a:xfrm>
        </p:spPr>
        <p:txBody>
          <a:bodyPr>
            <a:noAutofit/>
          </a:bodyPr>
          <a:lstStyle/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98624063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ltainen rinnast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93D73C-6857-7D0E-4B89-36E5214FE272}"/>
              </a:ext>
            </a:extLst>
          </p:cNvPr>
          <p:cNvSpPr/>
          <p:nvPr userDrawn="1"/>
        </p:nvSpPr>
        <p:spPr>
          <a:xfrm>
            <a:off x="0" y="2"/>
            <a:ext cx="12192000" cy="1594131"/>
          </a:xfrm>
          <a:prstGeom prst="rect">
            <a:avLst/>
          </a:prstGeom>
          <a:solidFill>
            <a:srgbClr val="FFF6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53D5996-B84F-9C82-A016-83AE34291B04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466346" y="2369256"/>
            <a:ext cx="2650641" cy="2413883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FI" dirty="0"/>
              <a:t>Objekti tähän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7B82A62-0682-E74E-48F9-ECFC2EAF2917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66346" y="4934431"/>
            <a:ext cx="2650641" cy="391948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GB" dirty="0" err="1"/>
              <a:t>Teksti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392EDA-5B13-B786-8422-C5E6F3837C1B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466348" y="5308375"/>
            <a:ext cx="2650639" cy="85468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2000"/>
            </a:lvl1pPr>
            <a:lvl2pPr marL="457200" indent="0" algn="ctr">
              <a:lnSpc>
                <a:spcPct val="100000"/>
              </a:lnSpc>
              <a:buFontTx/>
              <a:buNone/>
              <a:defRPr sz="2000"/>
            </a:lvl2pPr>
            <a:lvl3pPr marL="914400" indent="0" algn="ctr">
              <a:lnSpc>
                <a:spcPct val="100000"/>
              </a:lnSpc>
              <a:buFontTx/>
              <a:buNone/>
              <a:defRPr sz="2000"/>
            </a:lvl3pPr>
            <a:lvl4pPr marL="1371600" indent="0" algn="ctr">
              <a:lnSpc>
                <a:spcPct val="100000"/>
              </a:lnSpc>
              <a:buFontTx/>
              <a:buNone/>
              <a:defRPr sz="2000"/>
            </a:lvl4pPr>
            <a:lvl5pPr marL="1828800" indent="0" algn="ctr">
              <a:lnSpc>
                <a:spcPct val="100000"/>
              </a:lnSpc>
              <a:buFontTx/>
              <a:buNone/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BD5F6D5-23FF-2797-0C70-D2425DE328AE}"/>
              </a:ext>
            </a:extLst>
          </p:cNvPr>
          <p:cNvSpPr>
            <a:spLocks noGrp="1"/>
          </p:cNvSpPr>
          <p:nvPr>
            <p:ph sz="half" idx="33" hasCustomPrompt="1"/>
          </p:nvPr>
        </p:nvSpPr>
        <p:spPr>
          <a:xfrm>
            <a:off x="3347111" y="2369256"/>
            <a:ext cx="2650641" cy="2413883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FI" dirty="0"/>
              <a:t>Objekti tähän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5B4749A-494C-CCAA-BD54-A637320E0993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3347110" y="4934431"/>
            <a:ext cx="2650641" cy="391948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GB" dirty="0" err="1"/>
              <a:t>Teksti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78228D7B-0654-9A34-E5E7-6EB6675D313C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3347112" y="5308375"/>
            <a:ext cx="2650639" cy="85468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2000"/>
            </a:lvl1pPr>
            <a:lvl2pPr marL="457200" indent="0" algn="ctr">
              <a:lnSpc>
                <a:spcPct val="100000"/>
              </a:lnSpc>
              <a:buFontTx/>
              <a:buNone/>
              <a:defRPr sz="2000"/>
            </a:lvl2pPr>
            <a:lvl3pPr marL="914400" indent="0" algn="ctr">
              <a:lnSpc>
                <a:spcPct val="100000"/>
              </a:lnSpc>
              <a:buFontTx/>
              <a:buNone/>
              <a:defRPr sz="2000"/>
            </a:lvl3pPr>
            <a:lvl4pPr marL="1371600" indent="0" algn="ctr">
              <a:lnSpc>
                <a:spcPct val="100000"/>
              </a:lnSpc>
              <a:buFontTx/>
              <a:buNone/>
              <a:defRPr sz="2000"/>
            </a:lvl4pPr>
            <a:lvl5pPr marL="1828800" indent="0" algn="ctr">
              <a:lnSpc>
                <a:spcPct val="100000"/>
              </a:lnSpc>
              <a:buFontTx/>
              <a:buNone/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14E97EB-7B23-AE87-E31C-4C5683A2DFB1}"/>
              </a:ext>
            </a:extLst>
          </p:cNvPr>
          <p:cNvSpPr>
            <a:spLocks noGrp="1"/>
          </p:cNvSpPr>
          <p:nvPr>
            <p:ph sz="half" idx="34" hasCustomPrompt="1"/>
          </p:nvPr>
        </p:nvSpPr>
        <p:spPr>
          <a:xfrm>
            <a:off x="6219784" y="2369256"/>
            <a:ext cx="2650641" cy="2413883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FI" dirty="0"/>
              <a:t>Objekti tähän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179B82C4-E558-8512-D3FC-331FD7E8D5EA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219783" y="4934431"/>
            <a:ext cx="2650641" cy="391948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GB" dirty="0" err="1"/>
              <a:t>Teksti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AD505F1A-8730-4EFF-A7CE-7B94D45D392E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219785" y="5308375"/>
            <a:ext cx="2650639" cy="85468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2000"/>
            </a:lvl1pPr>
            <a:lvl2pPr marL="457200" indent="0" algn="ctr">
              <a:lnSpc>
                <a:spcPct val="100000"/>
              </a:lnSpc>
              <a:buFontTx/>
              <a:buNone/>
              <a:defRPr sz="2000"/>
            </a:lvl2pPr>
            <a:lvl3pPr marL="914400" indent="0" algn="ctr">
              <a:lnSpc>
                <a:spcPct val="100000"/>
              </a:lnSpc>
              <a:buFontTx/>
              <a:buNone/>
              <a:defRPr sz="2000"/>
            </a:lvl3pPr>
            <a:lvl4pPr marL="1371600" indent="0" algn="ctr">
              <a:lnSpc>
                <a:spcPct val="100000"/>
              </a:lnSpc>
              <a:buFontTx/>
              <a:buNone/>
              <a:defRPr sz="2000"/>
            </a:lvl4pPr>
            <a:lvl5pPr marL="1828800" indent="0" algn="ctr">
              <a:lnSpc>
                <a:spcPct val="100000"/>
              </a:lnSpc>
              <a:buFontTx/>
              <a:buNone/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E1012F3F-5227-9CA3-FB4F-0F39803EA8D7}"/>
              </a:ext>
            </a:extLst>
          </p:cNvPr>
          <p:cNvSpPr>
            <a:spLocks noGrp="1"/>
          </p:cNvSpPr>
          <p:nvPr>
            <p:ph sz="half" idx="35" hasCustomPrompt="1"/>
          </p:nvPr>
        </p:nvSpPr>
        <p:spPr>
          <a:xfrm>
            <a:off x="9092456" y="2369256"/>
            <a:ext cx="2650641" cy="2413883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FI" dirty="0"/>
              <a:t>Objekti tähän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095784D-09C2-4E65-0756-6FB09BAE1C7C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9108640" y="4934431"/>
            <a:ext cx="2650641" cy="391948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en-GB" dirty="0" err="1"/>
              <a:t>Teksti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1F368844-D144-F22B-3CC6-9BEFB9106AF0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9108642" y="5308375"/>
            <a:ext cx="2650639" cy="85468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2000"/>
            </a:lvl1pPr>
            <a:lvl2pPr marL="457200" indent="0" algn="ctr">
              <a:lnSpc>
                <a:spcPct val="100000"/>
              </a:lnSpc>
              <a:buFontTx/>
              <a:buNone/>
              <a:defRPr sz="2000"/>
            </a:lvl2pPr>
            <a:lvl3pPr marL="914400" indent="0" algn="ctr">
              <a:lnSpc>
                <a:spcPct val="100000"/>
              </a:lnSpc>
              <a:buFontTx/>
              <a:buNone/>
              <a:defRPr sz="2000"/>
            </a:lvl3pPr>
            <a:lvl4pPr marL="1371600" indent="0" algn="ctr">
              <a:lnSpc>
                <a:spcPct val="100000"/>
              </a:lnSpc>
              <a:buFontTx/>
              <a:buNone/>
              <a:defRPr sz="2000"/>
            </a:lvl4pPr>
            <a:lvl5pPr marL="1828800" indent="0" algn="ctr">
              <a:lnSpc>
                <a:spcPct val="100000"/>
              </a:lnSpc>
              <a:buFontTx/>
              <a:buNone/>
              <a:defRPr sz="2000"/>
            </a:lvl5pPr>
          </a:lstStyle>
          <a:p>
            <a:pPr lvl="0"/>
            <a:r>
              <a:rPr lang="en-GB" dirty="0" err="1"/>
              <a:t>Kirjoita</a:t>
            </a:r>
            <a:r>
              <a:rPr lang="en-GB" dirty="0"/>
              <a:t> </a:t>
            </a:r>
            <a:r>
              <a:rPr lang="en-GB" dirty="0" err="1"/>
              <a:t>teksti</a:t>
            </a:r>
            <a:r>
              <a:rPr lang="en-GB" dirty="0"/>
              <a:t>.</a:t>
            </a:r>
            <a:endParaRPr lang="en-FI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4198203-882C-15F9-0818-F6BF02813C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5151" y="420739"/>
            <a:ext cx="1077944" cy="585374"/>
          </a:xfrm>
          <a:prstGeom prst="rect">
            <a:avLst/>
          </a:prstGeom>
        </p:spPr>
      </p:pic>
      <p:sp>
        <p:nvSpPr>
          <p:cNvPr id="5" name="Title 24">
            <a:extLst>
              <a:ext uri="{FF2B5EF4-FFF2-40B4-BE49-F238E27FC236}">
                <a16:creationId xmlns:a16="http://schemas.microsoft.com/office/drawing/2014/main" id="{16FBE755-1F4E-26E6-80FC-C563EB96D9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3" y="539859"/>
            <a:ext cx="10190295" cy="809668"/>
          </a:xfrm>
        </p:spPr>
        <p:txBody>
          <a:bodyPr>
            <a:noAutofit/>
          </a:bodyPr>
          <a:lstStyle/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55758741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so kuva sini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93D73C-6857-7D0E-4B89-36E5214FE272}"/>
              </a:ext>
            </a:extLst>
          </p:cNvPr>
          <p:cNvSpPr/>
          <p:nvPr userDrawn="1"/>
        </p:nvSpPr>
        <p:spPr>
          <a:xfrm>
            <a:off x="0" y="2"/>
            <a:ext cx="12192000" cy="1389985"/>
          </a:xfrm>
          <a:prstGeom prst="rect">
            <a:avLst/>
          </a:prstGeom>
          <a:solidFill>
            <a:srgbClr val="D7F2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53D5996-B84F-9C82-A016-83AE34291B04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0" y="1389987"/>
            <a:ext cx="12192000" cy="5468011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fi-FI" dirty="0"/>
              <a:t>Iso kuva</a:t>
            </a:r>
            <a:r>
              <a:rPr lang="en-FI" dirty="0"/>
              <a:t> tähän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4198203-882C-15F9-0818-F6BF02813C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5151" y="420739"/>
            <a:ext cx="1077944" cy="585374"/>
          </a:xfrm>
          <a:prstGeom prst="rect">
            <a:avLst/>
          </a:prstGeom>
        </p:spPr>
      </p:pic>
      <p:sp>
        <p:nvSpPr>
          <p:cNvPr id="4" name="Title 24">
            <a:extLst>
              <a:ext uri="{FF2B5EF4-FFF2-40B4-BE49-F238E27FC236}">
                <a16:creationId xmlns:a16="http://schemas.microsoft.com/office/drawing/2014/main" id="{4D5C2805-C26B-5738-8538-B444D9F81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4" y="539859"/>
            <a:ext cx="10155790" cy="809668"/>
          </a:xfrm>
        </p:spPr>
        <p:txBody>
          <a:bodyPr>
            <a:noAutofit/>
          </a:bodyPr>
          <a:lstStyle/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5485925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so kuva keltai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93D73C-6857-7D0E-4B89-36E5214FE272}"/>
              </a:ext>
            </a:extLst>
          </p:cNvPr>
          <p:cNvSpPr/>
          <p:nvPr userDrawn="1"/>
        </p:nvSpPr>
        <p:spPr>
          <a:xfrm>
            <a:off x="0" y="2"/>
            <a:ext cx="12192000" cy="1389985"/>
          </a:xfrm>
          <a:prstGeom prst="rect">
            <a:avLst/>
          </a:prstGeom>
          <a:solidFill>
            <a:srgbClr val="FFF6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FI" sz="720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53D5996-B84F-9C82-A016-83AE34291B04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0" y="1389987"/>
            <a:ext cx="12192000" cy="5468011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2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marL="4572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2pPr>
            <a:lvl3pPr marL="9144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3pPr>
            <a:lvl4pPr marL="13716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4pPr>
            <a:lvl5pPr marL="1828800" indent="0" algn="ctr">
              <a:lnSpc>
                <a:spcPct val="90000"/>
              </a:lnSpc>
              <a:buFont typeface="Arial" panose="020B0604020202020204" pitchFamily="34" charset="0"/>
              <a:buNone/>
              <a:defRPr sz="17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5pPr>
          </a:lstStyle>
          <a:p>
            <a:pPr lvl="0"/>
            <a:r>
              <a:rPr lang="fi-FI" dirty="0"/>
              <a:t>Iso kuva</a:t>
            </a:r>
            <a:r>
              <a:rPr lang="en-FI" dirty="0"/>
              <a:t> tähän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4198203-882C-15F9-0818-F6BF02813C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5151" y="420739"/>
            <a:ext cx="1077944" cy="585374"/>
          </a:xfrm>
          <a:prstGeom prst="rect">
            <a:avLst/>
          </a:prstGeom>
        </p:spPr>
      </p:pic>
      <p:sp>
        <p:nvSpPr>
          <p:cNvPr id="4" name="Title 24">
            <a:extLst>
              <a:ext uri="{FF2B5EF4-FFF2-40B4-BE49-F238E27FC236}">
                <a16:creationId xmlns:a16="http://schemas.microsoft.com/office/drawing/2014/main" id="{505DE07B-CB91-9D76-2B0A-715427B2EC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83" y="539859"/>
            <a:ext cx="10026393" cy="809668"/>
          </a:xfrm>
        </p:spPr>
        <p:txBody>
          <a:bodyPr>
            <a:noAutofit/>
          </a:bodyPr>
          <a:lstStyle/>
          <a:p>
            <a:r>
              <a:rPr lang="en-GB" dirty="0"/>
              <a:t>HSY </a:t>
            </a:r>
            <a:r>
              <a:rPr lang="en-GB" dirty="0" err="1"/>
              <a:t>otsikko</a:t>
            </a:r>
            <a:r>
              <a:rPr lang="en-GB" dirty="0"/>
              <a:t> </a:t>
            </a:r>
            <a:r>
              <a:rPr lang="en-GB" dirty="0" err="1"/>
              <a:t>tähän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8735715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hjä (vain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2739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Kiitos-dia">
    <p:bg>
      <p:bgPr>
        <a:solidFill>
          <a:srgbClr val="D7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9569-ADC0-B9AF-304C-E67EA7DB31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3800"/>
            </a:lvl1pPr>
          </a:lstStyle>
          <a:p>
            <a:r>
              <a:rPr lang="en-GB" dirty="0" err="1"/>
              <a:t>Lisää</a:t>
            </a:r>
            <a:r>
              <a:rPr lang="en-GB" dirty="0"/>
              <a:t> </a:t>
            </a:r>
            <a:r>
              <a:rPr lang="en-GB" dirty="0" err="1"/>
              <a:t>kiitos</a:t>
            </a:r>
            <a:endParaRPr lang="en-FI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F6636-CBCF-1F5C-8F20-0991733611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 dirty="0"/>
              <a:t>Lisää teksti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14606210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56650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038FCA-5B70-2910-2969-CAEAEB9B8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182" y="599681"/>
            <a:ext cx="10515600" cy="8096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i-FI" dirty="0"/>
              <a:t>Muokkaa </a:t>
            </a:r>
            <a:r>
              <a:rPr lang="fi-FI" dirty="0" err="1"/>
              <a:t>ots</a:t>
            </a:r>
            <a:r>
              <a:rPr lang="fi-FI" dirty="0"/>
              <a:t>. </a:t>
            </a:r>
            <a:r>
              <a:rPr lang="fi-FI" dirty="0" err="1"/>
              <a:t>perustyyl</a:t>
            </a:r>
            <a:r>
              <a:rPr lang="fi-FI" dirty="0"/>
              <a:t>. </a:t>
            </a:r>
            <a:r>
              <a:rPr lang="fi-FI" dirty="0" err="1"/>
              <a:t>napsautt</a:t>
            </a:r>
            <a:r>
              <a:rPr lang="fi-FI" dirty="0"/>
              <a:t>.</a:t>
            </a:r>
            <a:endParaRPr lang="en-FI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D3F86-01FD-F07D-50EA-EDD0C9F26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18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i-FI" dirty="0"/>
              <a:t>Muokkaa tekstin perustyylejä napsauttamalla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  <a:endParaRPr lang="en-FI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6E443A-1AEA-B25A-2A31-780F358267C5}"/>
              </a:ext>
            </a:extLst>
          </p:cNvPr>
          <p:cNvPicPr>
            <a:picLocks noChangeAspect="1"/>
          </p:cNvPicPr>
          <p:nvPr userDrawn="1"/>
        </p:nvPicPr>
        <p:blipFill>
          <a:blip r:embed="rId49"/>
          <a:stretch>
            <a:fillRect/>
          </a:stretch>
        </p:blipFill>
        <p:spPr>
          <a:xfrm>
            <a:off x="10665151" y="420739"/>
            <a:ext cx="1077944" cy="58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384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49" r:id="rId2"/>
    <p:sldLayoutId id="2147483683" r:id="rId3"/>
    <p:sldLayoutId id="2147483698" r:id="rId4"/>
    <p:sldLayoutId id="2147483699" r:id="rId5"/>
    <p:sldLayoutId id="2147483662" r:id="rId6"/>
    <p:sldLayoutId id="2147483668" r:id="rId7"/>
    <p:sldLayoutId id="2147483664" r:id="rId8"/>
    <p:sldLayoutId id="2147483690" r:id="rId9"/>
    <p:sldLayoutId id="2147483691" r:id="rId10"/>
    <p:sldLayoutId id="2147483661" r:id="rId11"/>
    <p:sldLayoutId id="2147483677" r:id="rId12"/>
    <p:sldLayoutId id="2147483665" r:id="rId13"/>
    <p:sldLayoutId id="2147483669" r:id="rId14"/>
    <p:sldLayoutId id="2147483663" r:id="rId15"/>
    <p:sldLayoutId id="2147483692" r:id="rId16"/>
    <p:sldLayoutId id="2147483693" r:id="rId17"/>
    <p:sldLayoutId id="2147483685" r:id="rId18"/>
    <p:sldLayoutId id="2147483689" r:id="rId19"/>
    <p:sldLayoutId id="2147483680" r:id="rId20"/>
    <p:sldLayoutId id="2147483678" r:id="rId21"/>
    <p:sldLayoutId id="2147483673" r:id="rId22"/>
    <p:sldLayoutId id="2147483694" r:id="rId23"/>
    <p:sldLayoutId id="2147483695" r:id="rId24"/>
    <p:sldLayoutId id="2147483666" r:id="rId25"/>
    <p:sldLayoutId id="2147483707" r:id="rId26"/>
    <p:sldLayoutId id="2147483708" r:id="rId27"/>
    <p:sldLayoutId id="2147483697" r:id="rId28"/>
    <p:sldLayoutId id="2147483682" r:id="rId29"/>
    <p:sldLayoutId id="2147483679" r:id="rId30"/>
    <p:sldLayoutId id="2147483671" r:id="rId31"/>
    <p:sldLayoutId id="2147483702" r:id="rId32"/>
    <p:sldLayoutId id="2147483681" r:id="rId33"/>
    <p:sldLayoutId id="2147483670" r:id="rId34"/>
    <p:sldLayoutId id="2147483703" r:id="rId35"/>
    <p:sldLayoutId id="2147483705" r:id="rId36"/>
    <p:sldLayoutId id="2147483674" r:id="rId37"/>
    <p:sldLayoutId id="2147483672" r:id="rId38"/>
    <p:sldLayoutId id="2147483704" r:id="rId39"/>
    <p:sldLayoutId id="2147483706" r:id="rId40"/>
    <p:sldLayoutId id="2147483676" r:id="rId41"/>
    <p:sldLayoutId id="2147483700" r:id="rId42"/>
    <p:sldLayoutId id="2147483688" r:id="rId43"/>
    <p:sldLayoutId id="2147483701" r:id="rId44"/>
    <p:sldLayoutId id="2147483655" r:id="rId45"/>
    <p:sldLayoutId id="2147483687" r:id="rId46"/>
    <p:sldLayoutId id="2147483709" r:id="rId4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300" b="1" i="0" kern="1200">
          <a:solidFill>
            <a:schemeClr val="tx1"/>
          </a:solidFill>
          <a:latin typeface="+mj-lt"/>
          <a:ea typeface="Source Sans Pro Semibold" panose="020B0503030403020204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000" b="0" i="0" kern="1200">
          <a:solidFill>
            <a:srgbClr val="2C2A29"/>
          </a:solidFill>
          <a:latin typeface="+mn-lt"/>
          <a:ea typeface="Source Sans Pro" panose="020B0503030403020204" pitchFamily="34" charset="0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000" b="0" i="0" kern="1200">
          <a:solidFill>
            <a:srgbClr val="2C2A29"/>
          </a:solidFill>
          <a:latin typeface="+mn-lt"/>
          <a:ea typeface="Source Sans Pro" panose="020B0503030403020204" pitchFamily="34" charset="0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000" b="0" i="0" kern="1200">
          <a:solidFill>
            <a:srgbClr val="2C2A29"/>
          </a:solidFill>
          <a:latin typeface="+mn-lt"/>
          <a:ea typeface="Source Sans Pro" panose="020B0503030403020204" pitchFamily="34" charset="0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000" b="0" i="0" kern="1200">
          <a:solidFill>
            <a:srgbClr val="2C2A29"/>
          </a:solidFill>
          <a:latin typeface="+mn-lt"/>
          <a:ea typeface="Source Sans Pro" panose="020B0503030403020204" pitchFamily="34" charset="0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000" kern="1200">
          <a:solidFill>
            <a:srgbClr val="2C2A29"/>
          </a:solidFill>
          <a:latin typeface="+mn-lt"/>
          <a:ea typeface="Source Sans Pro" panose="020B05030304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uvan paikkamerkki 1">
            <a:extLst>
              <a:ext uri="{FF2B5EF4-FFF2-40B4-BE49-F238E27FC236}">
                <a16:creationId xmlns:a16="http://schemas.microsoft.com/office/drawing/2014/main" id="{19EBB071-0E5F-61A7-C703-554B7493657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9000"/>
          </a:xfrm>
        </p:spPr>
        <p:txBody>
          <a:bodyPr/>
          <a:lstStyle/>
          <a:p>
            <a:endParaRPr lang="fi-FI" dirty="0"/>
          </a:p>
        </p:txBody>
      </p:sp>
      <p:sp>
        <p:nvSpPr>
          <p:cNvPr id="3" name="Otsikko 2">
            <a:extLst>
              <a:ext uri="{FF2B5EF4-FFF2-40B4-BE49-F238E27FC236}">
                <a16:creationId xmlns:a16="http://schemas.microsoft.com/office/drawing/2014/main" id="{515C6B87-E69E-C1B4-96A2-3E5721340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Optimizing </a:t>
            </a:r>
            <a:r>
              <a:rPr lang="fi-FI" dirty="0" err="1"/>
              <a:t>Wastewater</a:t>
            </a:r>
            <a:r>
              <a:rPr lang="fi-FI" dirty="0"/>
              <a:t> </a:t>
            </a:r>
            <a:r>
              <a:rPr lang="fi-FI" dirty="0" err="1"/>
              <a:t>Pumping</a:t>
            </a:r>
            <a:endParaRPr lang="fi-FI" dirty="0"/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78240298-1FAE-000F-76DB-7C51341C7F6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i-FI" dirty="0"/>
              <a:t>Challenge for </a:t>
            </a:r>
            <a:r>
              <a:rPr lang="fi-FI" dirty="0" err="1"/>
              <a:t>Junction</a:t>
            </a:r>
            <a:r>
              <a:rPr lang="fi-FI" dirty="0"/>
              <a:t> 2025</a:t>
            </a:r>
          </a:p>
        </p:txBody>
      </p:sp>
      <p:sp>
        <p:nvSpPr>
          <p:cNvPr id="5" name="Sisällön paikkamerkki 4">
            <a:extLst>
              <a:ext uri="{FF2B5EF4-FFF2-40B4-BE49-F238E27FC236}">
                <a16:creationId xmlns:a16="http://schemas.microsoft.com/office/drawing/2014/main" id="{71A6FF5F-86CE-FF1A-48C0-6906B794535F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863773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BBFD7-DF8A-F4F1-0A93-12223F969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Task</a:t>
            </a:r>
            <a:endParaRPr lang="en-US" dirty="0"/>
          </a:p>
        </p:txBody>
      </p:sp>
      <p:pic>
        <p:nvPicPr>
          <p:cNvPr id="6" name="Picture Placeholder 5" descr="A large pipes in a tunnel&#10;&#10;AI-generated content may be incorrect.">
            <a:extLst>
              <a:ext uri="{FF2B5EF4-FFF2-40B4-BE49-F238E27FC236}">
                <a16:creationId xmlns:a16="http://schemas.microsoft.com/office/drawing/2014/main" id="{2F670192-54E2-4CD1-3FEA-BBF8ADDA7EE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16667" r="16667"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12E705-7A2A-D5C6-46CE-DD34D5CA7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1184" y="2651908"/>
            <a:ext cx="5157787" cy="1741787"/>
          </a:xfrm>
        </p:spPr>
        <p:txBody>
          <a:bodyPr/>
          <a:lstStyle/>
          <a:p>
            <a:r>
              <a:rPr lang="fi-FI" sz="2400" b="1" dirty="0"/>
              <a:t>Design a </a:t>
            </a:r>
            <a:r>
              <a:rPr lang="fi-FI" sz="2400" b="1" dirty="0" err="1"/>
              <a:t>pump</a:t>
            </a:r>
            <a:r>
              <a:rPr lang="fi-FI" sz="2400" b="1" dirty="0"/>
              <a:t> </a:t>
            </a:r>
            <a:r>
              <a:rPr lang="fi-FI" sz="2400" b="1" dirty="0" err="1"/>
              <a:t>control</a:t>
            </a:r>
            <a:r>
              <a:rPr lang="fi-FI" sz="2400" b="1" dirty="0"/>
              <a:t> </a:t>
            </a:r>
            <a:r>
              <a:rPr lang="fi-FI" sz="2400" b="1" dirty="0" err="1"/>
              <a:t>scheme</a:t>
            </a:r>
            <a:r>
              <a:rPr lang="fi-FI" sz="2400" b="1" dirty="0"/>
              <a:t> </a:t>
            </a:r>
            <a:r>
              <a:rPr lang="fi-FI" sz="2400" b="1" dirty="0" err="1"/>
              <a:t>that</a:t>
            </a:r>
            <a:r>
              <a:rPr lang="fi-FI" sz="2400" b="1" dirty="0"/>
              <a:t> </a:t>
            </a:r>
            <a:r>
              <a:rPr lang="fi-FI" sz="2400" b="1" dirty="0" err="1"/>
              <a:t>minimizes</a:t>
            </a:r>
            <a:r>
              <a:rPr lang="fi-FI" sz="2400" b="1" dirty="0"/>
              <a:t> </a:t>
            </a:r>
            <a:r>
              <a:rPr lang="fi-FI" sz="2400" b="1" dirty="0" err="1"/>
              <a:t>energy</a:t>
            </a:r>
            <a:r>
              <a:rPr lang="fi-FI" sz="2400" b="1" dirty="0"/>
              <a:t> </a:t>
            </a:r>
            <a:r>
              <a:rPr lang="fi-FI" sz="2400" b="1" dirty="0" err="1"/>
              <a:t>costs</a:t>
            </a:r>
            <a:r>
              <a:rPr lang="fi-FI" sz="2400" b="1" dirty="0"/>
              <a:t> </a:t>
            </a:r>
            <a:r>
              <a:rPr lang="fi-FI" sz="2400" b="1" dirty="0" err="1"/>
              <a:t>while</a:t>
            </a:r>
            <a:r>
              <a:rPr lang="fi-FI" sz="2400" b="1" dirty="0"/>
              <a:t> </a:t>
            </a:r>
            <a:r>
              <a:rPr lang="fi-FI" sz="2400" b="1" dirty="0" err="1"/>
              <a:t>fulfilling</a:t>
            </a:r>
            <a:r>
              <a:rPr lang="fi-FI" sz="2400" b="1" dirty="0"/>
              <a:t> </a:t>
            </a:r>
            <a:r>
              <a:rPr lang="fi-FI" sz="2400" b="1" dirty="0" err="1"/>
              <a:t>certain</a:t>
            </a:r>
            <a:r>
              <a:rPr lang="fi-FI" sz="2400" b="1" dirty="0"/>
              <a:t> </a:t>
            </a:r>
            <a:r>
              <a:rPr lang="fi-FI" sz="2400" b="1" dirty="0" err="1"/>
              <a:t>boundary</a:t>
            </a:r>
            <a:r>
              <a:rPr lang="fi-FI" sz="2400" b="1" dirty="0"/>
              <a:t> </a:t>
            </a:r>
            <a:r>
              <a:rPr lang="fi-FI" sz="2400" b="1" dirty="0" err="1"/>
              <a:t>conditions</a:t>
            </a:r>
            <a:endParaRPr lang="fi-FI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i-FI" sz="2400" dirty="0"/>
          </a:p>
        </p:txBody>
      </p:sp>
    </p:spTree>
    <p:extLst>
      <p:ext uri="{BB962C8B-B14F-4D97-AF65-F5344CB8AC3E}">
        <p14:creationId xmlns:p14="http://schemas.microsoft.com/office/powerpoint/2010/main" val="2291129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0EAF26-1F8B-C457-8328-6917E9DEC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6189" y="2123844"/>
            <a:ext cx="6261389" cy="434966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sz="1800" dirty="0" err="1"/>
              <a:t>Wastewater</a:t>
            </a:r>
            <a:r>
              <a:rPr lang="fi-FI" sz="1800" dirty="0"/>
              <a:t> is </a:t>
            </a:r>
            <a:r>
              <a:rPr lang="fi-FI" sz="1800" dirty="0" err="1"/>
              <a:t>pumped</a:t>
            </a:r>
            <a:r>
              <a:rPr lang="fi-FI" sz="1800" dirty="0"/>
              <a:t> </a:t>
            </a:r>
            <a:r>
              <a:rPr lang="fi-FI" sz="1800" dirty="0" err="1"/>
              <a:t>from</a:t>
            </a:r>
            <a:r>
              <a:rPr lang="fi-FI" sz="1800" dirty="0"/>
              <a:t> a </a:t>
            </a:r>
            <a:r>
              <a:rPr lang="fi-FI" sz="1800" dirty="0" err="1"/>
              <a:t>collection</a:t>
            </a:r>
            <a:r>
              <a:rPr lang="fi-FI" sz="1800" dirty="0"/>
              <a:t> </a:t>
            </a:r>
            <a:r>
              <a:rPr lang="fi-FI" sz="1800" dirty="0" err="1"/>
              <a:t>tunnel</a:t>
            </a:r>
            <a:r>
              <a:rPr lang="fi-FI" sz="1800" dirty="0"/>
              <a:t> to </a:t>
            </a:r>
            <a:r>
              <a:rPr lang="fi-FI" sz="1800" dirty="0" err="1"/>
              <a:t>the</a:t>
            </a:r>
            <a:r>
              <a:rPr lang="fi-FI" sz="1800" dirty="0"/>
              <a:t> </a:t>
            </a:r>
            <a:r>
              <a:rPr lang="fi-FI" sz="1800" dirty="0" err="1"/>
              <a:t>head</a:t>
            </a:r>
            <a:r>
              <a:rPr lang="fi-FI" sz="1800" dirty="0"/>
              <a:t> of </a:t>
            </a:r>
            <a:r>
              <a:rPr lang="fi-FI" sz="1800" dirty="0" err="1"/>
              <a:t>the</a:t>
            </a:r>
            <a:r>
              <a:rPr lang="fi-FI" sz="1800" dirty="0"/>
              <a:t> </a:t>
            </a:r>
            <a:r>
              <a:rPr lang="fi-FI" sz="1800" dirty="0" err="1"/>
              <a:t>wastewater</a:t>
            </a:r>
            <a:r>
              <a:rPr lang="fi-FI" sz="1800" dirty="0"/>
              <a:t> </a:t>
            </a:r>
            <a:r>
              <a:rPr lang="fi-FI" sz="1800" dirty="0" err="1"/>
              <a:t>treatment</a:t>
            </a:r>
            <a:r>
              <a:rPr lang="fi-FI" sz="1800" dirty="0"/>
              <a:t> </a:t>
            </a:r>
            <a:r>
              <a:rPr lang="fi-FI" sz="1800" dirty="0" err="1"/>
              <a:t>plant</a:t>
            </a:r>
            <a:r>
              <a:rPr lang="fi-FI" sz="1800" dirty="0"/>
              <a:t> (WWTP)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sz="1800" dirty="0" err="1"/>
              <a:t>There</a:t>
            </a:r>
            <a:r>
              <a:rPr lang="fi-FI" sz="1800" dirty="0"/>
              <a:t> </a:t>
            </a:r>
            <a:r>
              <a:rPr lang="fi-FI" sz="1800" dirty="0" err="1"/>
              <a:t>are</a:t>
            </a:r>
            <a:r>
              <a:rPr lang="fi-FI" sz="1800" dirty="0"/>
              <a:t> 6 </a:t>
            </a:r>
            <a:r>
              <a:rPr lang="fi-FI" sz="1800" dirty="0" err="1"/>
              <a:t>big</a:t>
            </a:r>
            <a:r>
              <a:rPr lang="fi-FI" sz="1800" dirty="0"/>
              <a:t> and 2 </a:t>
            </a:r>
            <a:r>
              <a:rPr lang="fi-FI" sz="1800" dirty="0" err="1"/>
              <a:t>small</a:t>
            </a:r>
            <a:r>
              <a:rPr lang="fi-FI" sz="1800" dirty="0"/>
              <a:t> </a:t>
            </a:r>
            <a:r>
              <a:rPr lang="fi-FI" sz="1800" dirty="0" err="1"/>
              <a:t>pumps</a:t>
            </a:r>
            <a:endParaRPr lang="fi-FI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sz="1800" dirty="0" err="1"/>
              <a:t>Cost</a:t>
            </a:r>
            <a:r>
              <a:rPr lang="fi-FI" sz="1800" dirty="0"/>
              <a:t> of </a:t>
            </a:r>
            <a:r>
              <a:rPr lang="fi-FI" sz="1800" dirty="0" err="1"/>
              <a:t>pumping</a:t>
            </a:r>
            <a:r>
              <a:rPr lang="fi-FI" sz="1800" dirty="0"/>
              <a:t> is </a:t>
            </a:r>
            <a:r>
              <a:rPr lang="fi-FI" sz="1800" dirty="0" err="1"/>
              <a:t>determined</a:t>
            </a:r>
            <a:r>
              <a:rPr lang="fi-FI" sz="1800" dirty="0"/>
              <a:t> </a:t>
            </a:r>
            <a:r>
              <a:rPr lang="fi-FI" sz="1800" dirty="0" err="1"/>
              <a:t>by</a:t>
            </a:r>
            <a:r>
              <a:rPr lang="fi-FI" sz="1800" dirty="0"/>
              <a:t> </a:t>
            </a:r>
            <a:r>
              <a:rPr lang="fi-FI" sz="1800" dirty="0" err="1"/>
              <a:t>energy</a:t>
            </a:r>
            <a:r>
              <a:rPr lang="fi-FI" sz="1800" dirty="0"/>
              <a:t> </a:t>
            </a:r>
            <a:r>
              <a:rPr lang="fi-FI" sz="1800" dirty="0" err="1"/>
              <a:t>consumption</a:t>
            </a:r>
            <a:r>
              <a:rPr lang="fi-FI" sz="1800" dirty="0"/>
              <a:t> and </a:t>
            </a:r>
            <a:r>
              <a:rPr lang="fi-FI" sz="1800" dirty="0" err="1"/>
              <a:t>price</a:t>
            </a:r>
            <a:r>
              <a:rPr lang="fi-FI" sz="1800" dirty="0"/>
              <a:t> of </a:t>
            </a:r>
            <a:r>
              <a:rPr lang="fi-FI" sz="1800" dirty="0" err="1"/>
              <a:t>electricity</a:t>
            </a:r>
            <a:endParaRPr lang="fi-FI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sz="1800" dirty="0"/>
              <a:t>Energy </a:t>
            </a:r>
            <a:r>
              <a:rPr lang="fi-FI" sz="1800" dirty="0" err="1"/>
              <a:t>requirement</a:t>
            </a:r>
            <a:r>
              <a:rPr lang="fi-FI" sz="1800" dirty="0"/>
              <a:t> is </a:t>
            </a:r>
            <a:r>
              <a:rPr lang="fi-FI" sz="1800" dirty="0" err="1"/>
              <a:t>determined</a:t>
            </a:r>
            <a:r>
              <a:rPr lang="fi-FI" sz="1800" dirty="0"/>
              <a:t> </a:t>
            </a:r>
            <a:r>
              <a:rPr lang="fi-FI" sz="1800" dirty="0" err="1"/>
              <a:t>by</a:t>
            </a:r>
            <a:r>
              <a:rPr lang="fi-FI" sz="1800" dirty="0"/>
              <a:t> </a:t>
            </a:r>
            <a:r>
              <a:rPr lang="fi-FI" sz="1800" dirty="0" err="1"/>
              <a:t>the</a:t>
            </a:r>
            <a:endParaRPr lang="fi-FI" sz="1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i-FI" sz="1800" dirty="0" err="1"/>
              <a:t>pumped</a:t>
            </a:r>
            <a:r>
              <a:rPr lang="fi-FI" sz="1800" dirty="0"/>
              <a:t> </a:t>
            </a:r>
            <a:r>
              <a:rPr lang="fi-FI" sz="1800" dirty="0" err="1"/>
              <a:t>flowrate</a:t>
            </a:r>
            <a:endParaRPr lang="fi-FI" sz="1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i-FI" sz="1800" dirty="0" err="1"/>
              <a:t>difference</a:t>
            </a:r>
            <a:r>
              <a:rPr lang="fi-FI" sz="1800" dirty="0"/>
              <a:t> in </a:t>
            </a:r>
            <a:r>
              <a:rPr lang="fi-FI" sz="1800" dirty="0" err="1"/>
              <a:t>elevation</a:t>
            </a:r>
            <a:r>
              <a:rPr lang="fi-FI" sz="1800" dirty="0"/>
              <a:t> H (L2 – L1, m)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i-FI" sz="1800" dirty="0" err="1"/>
              <a:t>Pump</a:t>
            </a:r>
            <a:r>
              <a:rPr lang="fi-FI" sz="1800" dirty="0"/>
              <a:t> </a:t>
            </a:r>
            <a:r>
              <a:rPr lang="fi-FI" sz="1800" dirty="0" err="1"/>
              <a:t>efficiency</a:t>
            </a:r>
            <a:r>
              <a:rPr lang="fi-FI" sz="1800" dirty="0"/>
              <a:t> </a:t>
            </a:r>
            <a:r>
              <a:rPr lang="fi-FI" sz="1800" dirty="0">
                <a:latin typeface="Symbol" panose="05050102010706020507" pitchFamily="18" charset="2"/>
              </a:rPr>
              <a:t>h, %</a:t>
            </a:r>
            <a:endParaRPr lang="fi-FI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sz="1800" dirty="0" err="1"/>
              <a:t>Water</a:t>
            </a:r>
            <a:r>
              <a:rPr lang="fi-FI" sz="1800" dirty="0"/>
              <a:t> </a:t>
            </a:r>
            <a:r>
              <a:rPr lang="fi-FI" sz="1800" dirty="0" err="1"/>
              <a:t>level</a:t>
            </a:r>
            <a:r>
              <a:rPr lang="fi-FI" sz="1800" dirty="0"/>
              <a:t> L2 at </a:t>
            </a:r>
            <a:r>
              <a:rPr lang="fi-FI" sz="1800" dirty="0" err="1"/>
              <a:t>the</a:t>
            </a:r>
            <a:r>
              <a:rPr lang="fi-FI" sz="1800" dirty="0"/>
              <a:t> WWTP (</a:t>
            </a:r>
            <a:r>
              <a:rPr lang="fi-FI" sz="1800" dirty="0" err="1"/>
              <a:t>pump</a:t>
            </a:r>
            <a:r>
              <a:rPr lang="fi-FI" sz="1800" dirty="0"/>
              <a:t> </a:t>
            </a:r>
            <a:r>
              <a:rPr lang="fi-FI" sz="1800" dirty="0" err="1"/>
              <a:t>pressure</a:t>
            </a:r>
            <a:r>
              <a:rPr lang="fi-FI" sz="1800" dirty="0"/>
              <a:t> side) is </a:t>
            </a:r>
            <a:r>
              <a:rPr lang="fi-FI" sz="1800" dirty="0" err="1"/>
              <a:t>constant</a:t>
            </a:r>
            <a:endParaRPr lang="fi-FI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sz="1800" dirty="0" err="1"/>
              <a:t>Water</a:t>
            </a:r>
            <a:r>
              <a:rPr lang="fi-FI" sz="1800" dirty="0"/>
              <a:t> </a:t>
            </a:r>
            <a:r>
              <a:rPr lang="fi-FI" sz="1800" dirty="0" err="1"/>
              <a:t>level</a:t>
            </a:r>
            <a:r>
              <a:rPr lang="fi-FI" sz="1800" dirty="0"/>
              <a:t> L1 in </a:t>
            </a:r>
            <a:r>
              <a:rPr lang="fi-FI" sz="1800" dirty="0" err="1"/>
              <a:t>the</a:t>
            </a:r>
            <a:r>
              <a:rPr lang="fi-FI" sz="1800" dirty="0"/>
              <a:t> </a:t>
            </a:r>
            <a:r>
              <a:rPr lang="fi-FI" sz="1800" dirty="0" err="1"/>
              <a:t>tunnel</a:t>
            </a:r>
            <a:r>
              <a:rPr lang="fi-FI" sz="1800" dirty="0"/>
              <a:t> (</a:t>
            </a:r>
            <a:r>
              <a:rPr lang="fi-FI" sz="1800" dirty="0" err="1"/>
              <a:t>pump</a:t>
            </a:r>
            <a:r>
              <a:rPr lang="fi-FI" sz="1800" dirty="0"/>
              <a:t> </a:t>
            </a:r>
            <a:r>
              <a:rPr lang="fi-FI" sz="1800" dirty="0" err="1"/>
              <a:t>suction</a:t>
            </a:r>
            <a:r>
              <a:rPr lang="fi-FI" sz="1800" dirty="0"/>
              <a:t> side) is </a:t>
            </a:r>
            <a:r>
              <a:rPr lang="fi-FI" sz="1800" dirty="0" err="1"/>
              <a:t>determined</a:t>
            </a:r>
            <a:r>
              <a:rPr lang="fi-FI" sz="1800" dirty="0"/>
              <a:t> </a:t>
            </a:r>
            <a:r>
              <a:rPr lang="fi-FI" sz="1800" dirty="0" err="1"/>
              <a:t>by</a:t>
            </a:r>
            <a:r>
              <a:rPr lang="fi-FI" sz="1800" dirty="0"/>
              <a:t> </a:t>
            </a:r>
            <a:r>
              <a:rPr lang="fi-FI" sz="1800" dirty="0" err="1"/>
              <a:t>inflow</a:t>
            </a:r>
            <a:r>
              <a:rPr lang="fi-FI" sz="1800" dirty="0"/>
              <a:t> </a:t>
            </a:r>
            <a:r>
              <a:rPr lang="fi-FI" sz="1800" dirty="0" err="1"/>
              <a:t>from</a:t>
            </a:r>
            <a:r>
              <a:rPr lang="fi-FI" sz="1800" dirty="0"/>
              <a:t> </a:t>
            </a:r>
            <a:r>
              <a:rPr lang="fi-FI" sz="1800" dirty="0" err="1"/>
              <a:t>sewer</a:t>
            </a:r>
            <a:r>
              <a:rPr lang="fi-FI" sz="1800" dirty="0"/>
              <a:t> </a:t>
            </a:r>
            <a:r>
              <a:rPr lang="fi-FI" sz="1800" dirty="0" err="1"/>
              <a:t>network</a:t>
            </a:r>
            <a:r>
              <a:rPr lang="fi-FI" sz="1800" dirty="0"/>
              <a:t> F1 and </a:t>
            </a:r>
            <a:r>
              <a:rPr lang="fi-FI" sz="1800" dirty="0" err="1"/>
              <a:t>the</a:t>
            </a:r>
            <a:r>
              <a:rPr lang="fi-FI" sz="1800" dirty="0"/>
              <a:t> </a:t>
            </a:r>
            <a:r>
              <a:rPr lang="fi-FI" sz="1800" dirty="0" err="1"/>
              <a:t>flow</a:t>
            </a:r>
            <a:r>
              <a:rPr lang="fi-FI" sz="1800" dirty="0"/>
              <a:t> </a:t>
            </a:r>
            <a:r>
              <a:rPr lang="fi-FI" sz="1800" dirty="0" err="1"/>
              <a:t>pumped</a:t>
            </a:r>
            <a:r>
              <a:rPr lang="fi-FI" sz="1800" dirty="0"/>
              <a:t> to </a:t>
            </a:r>
            <a:r>
              <a:rPr lang="fi-FI" sz="1800" dirty="0" err="1"/>
              <a:t>the</a:t>
            </a:r>
            <a:r>
              <a:rPr lang="fi-FI" sz="1800" dirty="0"/>
              <a:t> WWTP F2</a:t>
            </a:r>
          </a:p>
          <a:p>
            <a:endParaRPr lang="en-US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E48EDB-43A8-8390-51A1-03BEB1725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System </a:t>
            </a:r>
            <a:r>
              <a:rPr lang="fi-FI" dirty="0" err="1"/>
              <a:t>Description</a:t>
            </a:r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80904A0-154F-0C1F-044D-8AF3495AAC45}"/>
              </a:ext>
            </a:extLst>
          </p:cNvPr>
          <p:cNvGrpSpPr/>
          <p:nvPr/>
        </p:nvGrpSpPr>
        <p:grpSpPr>
          <a:xfrm>
            <a:off x="7396479" y="5170291"/>
            <a:ext cx="1080813" cy="711200"/>
            <a:chOff x="6441440" y="4023360"/>
            <a:chExt cx="1442720" cy="7112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15FDC5-9CB7-83B6-459B-ABCA59646340}"/>
                </a:ext>
              </a:extLst>
            </p:cNvPr>
            <p:cNvSpPr/>
            <p:nvPr/>
          </p:nvSpPr>
          <p:spPr>
            <a:xfrm>
              <a:off x="6441440" y="4378960"/>
              <a:ext cx="1442720" cy="3556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DFF460C-FD55-067A-A46F-A33D6F88467D}"/>
                </a:ext>
              </a:extLst>
            </p:cNvPr>
            <p:cNvSpPr/>
            <p:nvPr/>
          </p:nvSpPr>
          <p:spPr>
            <a:xfrm>
              <a:off x="6441440" y="4023360"/>
              <a:ext cx="1442720" cy="355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CEF8860-762B-17BB-63B8-0B7B33A64554}"/>
              </a:ext>
            </a:extLst>
          </p:cNvPr>
          <p:cNvGrpSpPr/>
          <p:nvPr/>
        </p:nvGrpSpPr>
        <p:grpSpPr>
          <a:xfrm rot="5400000">
            <a:off x="9083159" y="1828934"/>
            <a:ext cx="452912" cy="442727"/>
            <a:chOff x="8734097" y="2060028"/>
            <a:chExt cx="1135117" cy="107205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CC62B25-C127-399E-0CCE-773B4470635D}"/>
                </a:ext>
              </a:extLst>
            </p:cNvPr>
            <p:cNvSpPr/>
            <p:nvPr/>
          </p:nvSpPr>
          <p:spPr>
            <a:xfrm>
              <a:off x="8734097" y="2060028"/>
              <a:ext cx="1135117" cy="1072055"/>
            </a:xfrm>
            <a:prstGeom prst="ellipse">
              <a:avLst/>
            </a:prstGeom>
            <a:noFill/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3877D075-5654-AA9B-CEA7-BFC40D68DCFB}"/>
                </a:ext>
              </a:extLst>
            </p:cNvPr>
            <p:cNvSpPr/>
            <p:nvPr/>
          </p:nvSpPr>
          <p:spPr>
            <a:xfrm>
              <a:off x="8849710" y="2060028"/>
              <a:ext cx="930165" cy="840827"/>
            </a:xfrm>
            <a:prstGeom prst="triangle">
              <a:avLst/>
            </a:prstGeom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103CBE9-1B43-BFB0-B23B-EB21721FFCDF}"/>
              </a:ext>
            </a:extLst>
          </p:cNvPr>
          <p:cNvGrpSpPr/>
          <p:nvPr/>
        </p:nvGrpSpPr>
        <p:grpSpPr>
          <a:xfrm rot="5400000">
            <a:off x="9083160" y="2382637"/>
            <a:ext cx="452912" cy="442727"/>
            <a:chOff x="8734097" y="2060028"/>
            <a:chExt cx="1135117" cy="1072055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0F4B899-3532-6ED9-6634-34CFD4B7DB2C}"/>
                </a:ext>
              </a:extLst>
            </p:cNvPr>
            <p:cNvSpPr/>
            <p:nvPr/>
          </p:nvSpPr>
          <p:spPr>
            <a:xfrm>
              <a:off x="8734097" y="2060028"/>
              <a:ext cx="1135117" cy="1072055"/>
            </a:xfrm>
            <a:prstGeom prst="ellipse">
              <a:avLst/>
            </a:prstGeom>
            <a:noFill/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E54DF441-82C6-6AF1-C8D0-B14080318F3C}"/>
                </a:ext>
              </a:extLst>
            </p:cNvPr>
            <p:cNvSpPr/>
            <p:nvPr/>
          </p:nvSpPr>
          <p:spPr>
            <a:xfrm>
              <a:off x="8849710" y="2060028"/>
              <a:ext cx="930165" cy="840827"/>
            </a:xfrm>
            <a:prstGeom prst="triangle">
              <a:avLst/>
            </a:prstGeom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D46AA16-4A15-8550-D862-406B237A9C87}"/>
              </a:ext>
            </a:extLst>
          </p:cNvPr>
          <p:cNvGrpSpPr/>
          <p:nvPr/>
        </p:nvGrpSpPr>
        <p:grpSpPr>
          <a:xfrm rot="5400000">
            <a:off x="9086017" y="2925865"/>
            <a:ext cx="452912" cy="442727"/>
            <a:chOff x="8734097" y="2060028"/>
            <a:chExt cx="1135117" cy="1072055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488FD71-0C10-0F08-CB3B-C67AA658CFD6}"/>
                </a:ext>
              </a:extLst>
            </p:cNvPr>
            <p:cNvSpPr/>
            <p:nvPr/>
          </p:nvSpPr>
          <p:spPr>
            <a:xfrm>
              <a:off x="8734097" y="2060028"/>
              <a:ext cx="1135117" cy="1072055"/>
            </a:xfrm>
            <a:prstGeom prst="ellipse">
              <a:avLst/>
            </a:prstGeom>
            <a:noFill/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2C5A5CCD-4F8C-396A-68B6-A66B5B17C189}"/>
                </a:ext>
              </a:extLst>
            </p:cNvPr>
            <p:cNvSpPr/>
            <p:nvPr/>
          </p:nvSpPr>
          <p:spPr>
            <a:xfrm>
              <a:off x="8849710" y="2060028"/>
              <a:ext cx="930165" cy="840827"/>
            </a:xfrm>
            <a:prstGeom prst="triangle">
              <a:avLst/>
            </a:prstGeom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3DA35A8-3111-9C2F-152F-30737868B710}"/>
              </a:ext>
            </a:extLst>
          </p:cNvPr>
          <p:cNvGrpSpPr/>
          <p:nvPr/>
        </p:nvGrpSpPr>
        <p:grpSpPr>
          <a:xfrm rot="5400000">
            <a:off x="9135496" y="3487541"/>
            <a:ext cx="350152" cy="359972"/>
            <a:chOff x="8734097" y="2060028"/>
            <a:chExt cx="1135117" cy="1072055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313C305-B583-4642-2C9B-D05D04A91B05}"/>
                </a:ext>
              </a:extLst>
            </p:cNvPr>
            <p:cNvSpPr/>
            <p:nvPr/>
          </p:nvSpPr>
          <p:spPr>
            <a:xfrm>
              <a:off x="8734097" y="2060028"/>
              <a:ext cx="1135117" cy="1072055"/>
            </a:xfrm>
            <a:prstGeom prst="ellipse">
              <a:avLst/>
            </a:prstGeom>
            <a:noFill/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C67FD78C-0398-9576-5F03-91533F1F54DA}"/>
                </a:ext>
              </a:extLst>
            </p:cNvPr>
            <p:cNvSpPr/>
            <p:nvPr/>
          </p:nvSpPr>
          <p:spPr>
            <a:xfrm>
              <a:off x="8849710" y="2060028"/>
              <a:ext cx="930165" cy="840827"/>
            </a:xfrm>
            <a:prstGeom prst="triangle">
              <a:avLst/>
            </a:prstGeom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0EEFBB0-F809-1758-DF93-AE00487AEE06}"/>
              </a:ext>
            </a:extLst>
          </p:cNvPr>
          <p:cNvGrpSpPr/>
          <p:nvPr/>
        </p:nvGrpSpPr>
        <p:grpSpPr>
          <a:xfrm>
            <a:off x="10992211" y="1514371"/>
            <a:ext cx="1022307" cy="711200"/>
            <a:chOff x="6441440" y="4023360"/>
            <a:chExt cx="1442720" cy="7112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EEA8610-B817-DED6-0239-5AB00E2BAE95}"/>
                </a:ext>
              </a:extLst>
            </p:cNvPr>
            <p:cNvSpPr/>
            <p:nvPr/>
          </p:nvSpPr>
          <p:spPr>
            <a:xfrm>
              <a:off x="6441440" y="4378960"/>
              <a:ext cx="1442720" cy="3556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5BC57AD-8B18-1E7E-2E2C-A347D58F53FC}"/>
                </a:ext>
              </a:extLst>
            </p:cNvPr>
            <p:cNvSpPr/>
            <p:nvPr/>
          </p:nvSpPr>
          <p:spPr>
            <a:xfrm>
              <a:off x="6441440" y="4023360"/>
              <a:ext cx="1442720" cy="355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95E84E85-E1E5-9046-EF6D-EBE273DCCFDB}"/>
              </a:ext>
            </a:extLst>
          </p:cNvPr>
          <p:cNvCxnSpPr>
            <a:cxnSpLocks/>
            <a:stCxn id="4" idx="3"/>
            <a:endCxn id="6" idx="4"/>
          </p:cNvCxnSpPr>
          <p:nvPr/>
        </p:nvCxnSpPr>
        <p:spPr>
          <a:xfrm flipV="1">
            <a:off x="8477292" y="2050298"/>
            <a:ext cx="610960" cy="3653393"/>
          </a:xfrm>
          <a:prstGeom prst="bentConnector3">
            <a:avLst>
              <a:gd name="adj1" fmla="val 50000"/>
            </a:avLst>
          </a:prstGeom>
          <a:ln w="34925"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FDCAEC4-9097-1A12-4D2C-C65C65539EC1}"/>
              </a:ext>
            </a:extLst>
          </p:cNvPr>
          <p:cNvCxnSpPr>
            <a:cxnSpLocks/>
            <a:endCxn id="19" idx="4"/>
          </p:cNvCxnSpPr>
          <p:nvPr/>
        </p:nvCxnSpPr>
        <p:spPr>
          <a:xfrm>
            <a:off x="8795393" y="3667527"/>
            <a:ext cx="335193" cy="0"/>
          </a:xfrm>
          <a:prstGeom prst="straightConnector1">
            <a:avLst/>
          </a:prstGeom>
          <a:ln w="3810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8FD6FC7F-715C-4AB2-E3C7-E2C794A68BB2}"/>
              </a:ext>
            </a:extLst>
          </p:cNvPr>
          <p:cNvCxnSpPr>
            <a:cxnSpLocks/>
            <a:stCxn id="38" idx="0"/>
            <a:endCxn id="23" idx="1"/>
          </p:cNvCxnSpPr>
          <p:nvPr/>
        </p:nvCxnSpPr>
        <p:spPr>
          <a:xfrm flipV="1">
            <a:off x="10210042" y="2047771"/>
            <a:ext cx="782169" cy="2029693"/>
          </a:xfrm>
          <a:prstGeom prst="bentConnector3">
            <a:avLst>
              <a:gd name="adj1" fmla="val 50000"/>
            </a:avLst>
          </a:prstGeom>
          <a:ln w="349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27881EE-716B-86F3-EB1C-ADDA9D56B1EA}"/>
              </a:ext>
            </a:extLst>
          </p:cNvPr>
          <p:cNvCxnSpPr>
            <a:cxnSpLocks/>
            <a:endCxn id="16" idx="4"/>
          </p:cNvCxnSpPr>
          <p:nvPr/>
        </p:nvCxnSpPr>
        <p:spPr>
          <a:xfrm>
            <a:off x="8782772" y="3147229"/>
            <a:ext cx="308338" cy="0"/>
          </a:xfrm>
          <a:prstGeom prst="straightConnector1">
            <a:avLst/>
          </a:prstGeom>
          <a:ln w="3810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0C5FEB6-F5CD-8A59-EF7E-706BE36ABB2E}"/>
              </a:ext>
            </a:extLst>
          </p:cNvPr>
          <p:cNvCxnSpPr>
            <a:cxnSpLocks/>
            <a:endCxn id="13" idx="4"/>
          </p:cNvCxnSpPr>
          <p:nvPr/>
        </p:nvCxnSpPr>
        <p:spPr>
          <a:xfrm>
            <a:off x="8816560" y="2604001"/>
            <a:ext cx="271693" cy="0"/>
          </a:xfrm>
          <a:prstGeom prst="straightConnector1">
            <a:avLst/>
          </a:prstGeom>
          <a:ln w="3810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EC5D92F-A87B-3CC6-196C-5B02B028CC63}"/>
              </a:ext>
            </a:extLst>
          </p:cNvPr>
          <p:cNvCxnSpPr>
            <a:cxnSpLocks/>
            <a:stCxn id="14" idx="0"/>
          </p:cNvCxnSpPr>
          <p:nvPr/>
        </p:nvCxnSpPr>
        <p:spPr>
          <a:xfrm>
            <a:off x="9530980" y="2609243"/>
            <a:ext cx="276755" cy="0"/>
          </a:xfrm>
          <a:prstGeom prst="straightConnector1">
            <a:avLst/>
          </a:prstGeom>
          <a:ln w="3810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013B167-0A2A-8A38-0C7C-E9CA9AB9F221}"/>
              </a:ext>
            </a:extLst>
          </p:cNvPr>
          <p:cNvCxnSpPr>
            <a:cxnSpLocks/>
          </p:cNvCxnSpPr>
          <p:nvPr/>
        </p:nvCxnSpPr>
        <p:spPr>
          <a:xfrm flipV="1">
            <a:off x="9548502" y="2047771"/>
            <a:ext cx="1384150" cy="15147"/>
          </a:xfrm>
          <a:prstGeom prst="straightConnector1">
            <a:avLst/>
          </a:prstGeom>
          <a:ln w="3810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2D26402-1C26-54D8-8399-35001C6FDE34}"/>
              </a:ext>
            </a:extLst>
          </p:cNvPr>
          <p:cNvCxnSpPr>
            <a:endCxn id="4" idx="1"/>
          </p:cNvCxnSpPr>
          <p:nvPr/>
        </p:nvCxnSpPr>
        <p:spPr>
          <a:xfrm>
            <a:off x="6746240" y="5703691"/>
            <a:ext cx="650239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sosceles Triangle 73">
            <a:extLst>
              <a:ext uri="{FF2B5EF4-FFF2-40B4-BE49-F238E27FC236}">
                <a16:creationId xmlns:a16="http://schemas.microsoft.com/office/drawing/2014/main" id="{DC5700A1-DC31-A675-F5E2-738C2F837926}"/>
              </a:ext>
            </a:extLst>
          </p:cNvPr>
          <p:cNvSpPr/>
          <p:nvPr/>
        </p:nvSpPr>
        <p:spPr>
          <a:xfrm rot="10800000">
            <a:off x="7618952" y="5329415"/>
            <a:ext cx="145507" cy="160030"/>
          </a:xfrm>
          <a:prstGeom prst="triangl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D0BA92E4-D863-664B-C0BC-AABE1F9FFFAD}"/>
              </a:ext>
            </a:extLst>
          </p:cNvPr>
          <p:cNvSpPr/>
          <p:nvPr/>
        </p:nvSpPr>
        <p:spPr>
          <a:xfrm rot="10800000">
            <a:off x="11164308" y="1692171"/>
            <a:ext cx="145507" cy="160030"/>
          </a:xfrm>
          <a:prstGeom prst="triangl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359EEA3-C4CD-9B72-39F0-7CEEC1DEFB96}"/>
              </a:ext>
            </a:extLst>
          </p:cNvPr>
          <p:cNvSpPr txBox="1"/>
          <p:nvPr/>
        </p:nvSpPr>
        <p:spPr>
          <a:xfrm>
            <a:off x="6746240" y="5348091"/>
            <a:ext cx="412292" cy="3690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/>
              <a:t>F1</a:t>
            </a:r>
            <a:endParaRPr 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F0261C4-C590-5547-B41A-4047603DD6A3}"/>
              </a:ext>
            </a:extLst>
          </p:cNvPr>
          <p:cNvSpPr txBox="1"/>
          <p:nvPr/>
        </p:nvSpPr>
        <p:spPr>
          <a:xfrm>
            <a:off x="10464367" y="1722480"/>
            <a:ext cx="412292" cy="3690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/>
              <a:t>F2</a:t>
            </a:r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055D173-71CB-DE5A-8D63-B822ACA9A367}"/>
              </a:ext>
            </a:extLst>
          </p:cNvPr>
          <p:cNvSpPr txBox="1"/>
          <p:nvPr/>
        </p:nvSpPr>
        <p:spPr>
          <a:xfrm>
            <a:off x="7778928" y="5193324"/>
            <a:ext cx="410690" cy="3690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/>
              <a:t>L1</a:t>
            </a:r>
            <a:endParaRPr 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D08A748-A897-B597-31A4-EB8F649E585A}"/>
              </a:ext>
            </a:extLst>
          </p:cNvPr>
          <p:cNvSpPr txBox="1"/>
          <p:nvPr/>
        </p:nvSpPr>
        <p:spPr>
          <a:xfrm>
            <a:off x="11339580" y="1587680"/>
            <a:ext cx="410690" cy="3690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/>
              <a:t>L2</a:t>
            </a:r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99E083F-9937-1A0A-5ADE-8458BCBD5060}"/>
              </a:ext>
            </a:extLst>
          </p:cNvPr>
          <p:cNvGrpSpPr/>
          <p:nvPr/>
        </p:nvGrpSpPr>
        <p:grpSpPr>
          <a:xfrm rot="5400000">
            <a:off x="9762222" y="3850858"/>
            <a:ext cx="452912" cy="442727"/>
            <a:chOff x="8734097" y="2060028"/>
            <a:chExt cx="1135117" cy="1072055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E4D4AC5-3026-3D6C-24AC-C6034BAA0EB0}"/>
                </a:ext>
              </a:extLst>
            </p:cNvPr>
            <p:cNvSpPr/>
            <p:nvPr/>
          </p:nvSpPr>
          <p:spPr>
            <a:xfrm>
              <a:off x="8734097" y="2060028"/>
              <a:ext cx="1135117" cy="1072055"/>
            </a:xfrm>
            <a:prstGeom prst="ellipse">
              <a:avLst/>
            </a:prstGeom>
            <a:noFill/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6AFA5AA6-BB75-F3E5-B878-EF1FA75F4FA0}"/>
                </a:ext>
              </a:extLst>
            </p:cNvPr>
            <p:cNvSpPr/>
            <p:nvPr/>
          </p:nvSpPr>
          <p:spPr>
            <a:xfrm>
              <a:off x="8849710" y="2060028"/>
              <a:ext cx="930165" cy="840827"/>
            </a:xfrm>
            <a:prstGeom prst="triangle">
              <a:avLst/>
            </a:prstGeom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09635D8-7F11-8553-5901-CE876723B694}"/>
              </a:ext>
            </a:extLst>
          </p:cNvPr>
          <p:cNvGrpSpPr/>
          <p:nvPr/>
        </p:nvGrpSpPr>
        <p:grpSpPr>
          <a:xfrm rot="5400000">
            <a:off x="9762223" y="4404561"/>
            <a:ext cx="452912" cy="442727"/>
            <a:chOff x="8734097" y="2060028"/>
            <a:chExt cx="1135117" cy="1072055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1FD2109-D5E5-78BF-140A-E19AAED7DD91}"/>
                </a:ext>
              </a:extLst>
            </p:cNvPr>
            <p:cNvSpPr/>
            <p:nvPr/>
          </p:nvSpPr>
          <p:spPr>
            <a:xfrm>
              <a:off x="8734097" y="2060028"/>
              <a:ext cx="1135117" cy="1072055"/>
            </a:xfrm>
            <a:prstGeom prst="ellipse">
              <a:avLst/>
            </a:prstGeom>
            <a:noFill/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1AF5C767-E666-225F-E879-5DCF732D138B}"/>
                </a:ext>
              </a:extLst>
            </p:cNvPr>
            <p:cNvSpPr/>
            <p:nvPr/>
          </p:nvSpPr>
          <p:spPr>
            <a:xfrm>
              <a:off x="8849710" y="2060028"/>
              <a:ext cx="930165" cy="840827"/>
            </a:xfrm>
            <a:prstGeom prst="triangle">
              <a:avLst/>
            </a:prstGeom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A948EF3-FDCC-346C-5A62-5C98A6FB786B}"/>
              </a:ext>
            </a:extLst>
          </p:cNvPr>
          <p:cNvGrpSpPr/>
          <p:nvPr/>
        </p:nvGrpSpPr>
        <p:grpSpPr>
          <a:xfrm rot="5400000">
            <a:off x="9765080" y="4947789"/>
            <a:ext cx="452912" cy="442727"/>
            <a:chOff x="8734097" y="2060028"/>
            <a:chExt cx="1135117" cy="1072055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65AE80B-C86F-4391-BE3F-00B9C38D0C25}"/>
                </a:ext>
              </a:extLst>
            </p:cNvPr>
            <p:cNvSpPr/>
            <p:nvPr/>
          </p:nvSpPr>
          <p:spPr>
            <a:xfrm>
              <a:off x="8734097" y="2060028"/>
              <a:ext cx="1135117" cy="1072055"/>
            </a:xfrm>
            <a:prstGeom prst="ellipse">
              <a:avLst/>
            </a:prstGeom>
            <a:noFill/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Isosceles Triangle 44">
              <a:extLst>
                <a:ext uri="{FF2B5EF4-FFF2-40B4-BE49-F238E27FC236}">
                  <a16:creationId xmlns:a16="http://schemas.microsoft.com/office/drawing/2014/main" id="{1B02FD79-B63E-6ABC-C2C1-0977FCA419C5}"/>
                </a:ext>
              </a:extLst>
            </p:cNvPr>
            <p:cNvSpPr/>
            <p:nvPr/>
          </p:nvSpPr>
          <p:spPr>
            <a:xfrm>
              <a:off x="8849710" y="2060028"/>
              <a:ext cx="930165" cy="840827"/>
            </a:xfrm>
            <a:prstGeom prst="triangle">
              <a:avLst/>
            </a:prstGeom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3D4DC0F-74CE-07CC-3A2C-AA7E6D4C92A8}"/>
              </a:ext>
            </a:extLst>
          </p:cNvPr>
          <p:cNvGrpSpPr/>
          <p:nvPr/>
        </p:nvGrpSpPr>
        <p:grpSpPr>
          <a:xfrm rot="5400000">
            <a:off x="9814559" y="5509465"/>
            <a:ext cx="350152" cy="359972"/>
            <a:chOff x="8734097" y="2060028"/>
            <a:chExt cx="1135117" cy="1072055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F6B5190-CA8C-AB4C-2562-2DADA486B0C1}"/>
                </a:ext>
              </a:extLst>
            </p:cNvPr>
            <p:cNvSpPr/>
            <p:nvPr/>
          </p:nvSpPr>
          <p:spPr>
            <a:xfrm>
              <a:off x="8734097" y="2060028"/>
              <a:ext cx="1135117" cy="1072055"/>
            </a:xfrm>
            <a:prstGeom prst="ellipse">
              <a:avLst/>
            </a:prstGeom>
            <a:noFill/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5FD3F574-B3F8-ABEA-0E4E-50D8F31FC4D4}"/>
                </a:ext>
              </a:extLst>
            </p:cNvPr>
            <p:cNvSpPr/>
            <p:nvPr/>
          </p:nvSpPr>
          <p:spPr>
            <a:xfrm>
              <a:off x="8849710" y="2060028"/>
              <a:ext cx="930165" cy="840827"/>
            </a:xfrm>
            <a:prstGeom prst="triangle">
              <a:avLst/>
            </a:prstGeom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1FD1397C-3012-68AD-D675-F22576F37E19}"/>
              </a:ext>
            </a:extLst>
          </p:cNvPr>
          <p:cNvCxnSpPr>
            <a:cxnSpLocks/>
            <a:stCxn id="4" idx="3"/>
            <a:endCxn id="37" idx="4"/>
          </p:cNvCxnSpPr>
          <p:nvPr/>
        </p:nvCxnSpPr>
        <p:spPr>
          <a:xfrm flipV="1">
            <a:off x="8477292" y="4072222"/>
            <a:ext cx="1290023" cy="1631469"/>
          </a:xfrm>
          <a:prstGeom prst="bentConnector3">
            <a:avLst>
              <a:gd name="adj1" fmla="val 50000"/>
            </a:avLst>
          </a:prstGeom>
          <a:ln w="34925"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A042D0C9-5B5D-FE61-9A8B-4D82938B5BC8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9490559" y="2080660"/>
            <a:ext cx="319090" cy="1590920"/>
          </a:xfrm>
          <a:prstGeom prst="bentConnector2">
            <a:avLst/>
          </a:prstGeom>
          <a:ln w="34925"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234EB89-D987-D8F2-BB95-64F525F32443}"/>
              </a:ext>
            </a:extLst>
          </p:cNvPr>
          <p:cNvCxnSpPr>
            <a:cxnSpLocks/>
          </p:cNvCxnSpPr>
          <p:nvPr/>
        </p:nvCxnSpPr>
        <p:spPr>
          <a:xfrm>
            <a:off x="9530979" y="3147228"/>
            <a:ext cx="276755" cy="0"/>
          </a:xfrm>
          <a:prstGeom prst="straightConnector1">
            <a:avLst/>
          </a:prstGeom>
          <a:ln w="3810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4C18413D-D852-B01D-8A2B-BF4B987589C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555955" y="4652050"/>
            <a:ext cx="1668145" cy="422197"/>
          </a:xfrm>
          <a:prstGeom prst="bentConnector3">
            <a:avLst>
              <a:gd name="adj1" fmla="val 38"/>
            </a:avLst>
          </a:prstGeom>
          <a:ln w="34925"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F5A585F-2463-FB2F-9625-FA658164E26D}"/>
              </a:ext>
            </a:extLst>
          </p:cNvPr>
          <p:cNvCxnSpPr>
            <a:cxnSpLocks/>
            <a:stCxn id="40" idx="0"/>
          </p:cNvCxnSpPr>
          <p:nvPr/>
        </p:nvCxnSpPr>
        <p:spPr>
          <a:xfrm flipV="1">
            <a:off x="10210043" y="4625924"/>
            <a:ext cx="391083" cy="1"/>
          </a:xfrm>
          <a:prstGeom prst="straightConnector1">
            <a:avLst/>
          </a:prstGeom>
          <a:ln w="3810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131EA2B-E5E5-E475-93F6-CCB0691DA222}"/>
              </a:ext>
            </a:extLst>
          </p:cNvPr>
          <p:cNvCxnSpPr>
            <a:cxnSpLocks/>
          </p:cNvCxnSpPr>
          <p:nvPr/>
        </p:nvCxnSpPr>
        <p:spPr>
          <a:xfrm flipV="1">
            <a:off x="10219350" y="5169152"/>
            <a:ext cx="391083" cy="1"/>
          </a:xfrm>
          <a:prstGeom prst="straightConnector1">
            <a:avLst/>
          </a:prstGeom>
          <a:ln w="3810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E3ED1005-851B-387D-7398-DF01A344186E}"/>
              </a:ext>
            </a:extLst>
          </p:cNvPr>
          <p:cNvCxnSpPr>
            <a:cxnSpLocks/>
            <a:endCxn id="40" idx="4"/>
          </p:cNvCxnSpPr>
          <p:nvPr/>
        </p:nvCxnSpPr>
        <p:spPr>
          <a:xfrm>
            <a:off x="9114073" y="4620682"/>
            <a:ext cx="653243" cy="5243"/>
          </a:xfrm>
          <a:prstGeom prst="straightConnector1">
            <a:avLst/>
          </a:prstGeom>
          <a:ln w="3810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3730A5B5-A5CD-1899-A866-766B35F29A3C}"/>
              </a:ext>
            </a:extLst>
          </p:cNvPr>
          <p:cNvCxnSpPr>
            <a:cxnSpLocks/>
          </p:cNvCxnSpPr>
          <p:nvPr/>
        </p:nvCxnSpPr>
        <p:spPr>
          <a:xfrm>
            <a:off x="9119209" y="5184806"/>
            <a:ext cx="653243" cy="5243"/>
          </a:xfrm>
          <a:prstGeom prst="straightConnector1">
            <a:avLst/>
          </a:prstGeom>
          <a:ln w="3810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B5F806A-70E9-4E47-A8AB-A51FC6E39C4F}"/>
              </a:ext>
            </a:extLst>
          </p:cNvPr>
          <p:cNvCxnSpPr>
            <a:cxnSpLocks/>
          </p:cNvCxnSpPr>
          <p:nvPr/>
        </p:nvCxnSpPr>
        <p:spPr>
          <a:xfrm>
            <a:off x="9137262" y="5701721"/>
            <a:ext cx="653243" cy="5243"/>
          </a:xfrm>
          <a:prstGeom prst="straightConnector1">
            <a:avLst/>
          </a:prstGeom>
          <a:ln w="3810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14B60457-D10B-B0CE-55C3-EEB67044A4CD}"/>
              </a:ext>
            </a:extLst>
          </p:cNvPr>
          <p:cNvSpPr txBox="1"/>
          <p:nvPr/>
        </p:nvSpPr>
        <p:spPr>
          <a:xfrm>
            <a:off x="9382609" y="1633254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200" dirty="0"/>
              <a:t>1.4</a:t>
            </a:r>
            <a:endParaRPr lang="en-US" sz="12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7BF1329-9C56-8937-5242-E763C9E075FE}"/>
              </a:ext>
            </a:extLst>
          </p:cNvPr>
          <p:cNvSpPr txBox="1"/>
          <p:nvPr/>
        </p:nvSpPr>
        <p:spPr>
          <a:xfrm>
            <a:off x="9399816" y="2246882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200" dirty="0"/>
              <a:t>1.3</a:t>
            </a:r>
            <a:endParaRPr lang="en-US" sz="12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A7C95B2-3773-4326-13F4-A7391A62B59B}"/>
              </a:ext>
            </a:extLst>
          </p:cNvPr>
          <p:cNvSpPr txBox="1"/>
          <p:nvPr/>
        </p:nvSpPr>
        <p:spPr>
          <a:xfrm>
            <a:off x="9408745" y="2792747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200" dirty="0"/>
              <a:t>1.2</a:t>
            </a:r>
            <a:endParaRPr lang="en-US" sz="12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7D68E6D-EB4E-A40E-C860-686BA6968C21}"/>
              </a:ext>
            </a:extLst>
          </p:cNvPr>
          <p:cNvSpPr txBox="1"/>
          <p:nvPr/>
        </p:nvSpPr>
        <p:spPr>
          <a:xfrm>
            <a:off x="9383859" y="3338621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200" dirty="0"/>
              <a:t>1.1</a:t>
            </a:r>
            <a:endParaRPr lang="en-US" sz="12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21ABA24-9D57-0ECC-42A3-59D2BD1B5D7F}"/>
              </a:ext>
            </a:extLst>
          </p:cNvPr>
          <p:cNvSpPr txBox="1"/>
          <p:nvPr/>
        </p:nvSpPr>
        <p:spPr>
          <a:xfrm>
            <a:off x="10137743" y="3723771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200" dirty="0"/>
              <a:t>2.4</a:t>
            </a:r>
            <a:endParaRPr lang="en-US" sz="12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C841799-106F-F1C6-DBA6-DF0011BD307F}"/>
              </a:ext>
            </a:extLst>
          </p:cNvPr>
          <p:cNvSpPr txBox="1"/>
          <p:nvPr/>
        </p:nvSpPr>
        <p:spPr>
          <a:xfrm>
            <a:off x="10154950" y="4337399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200" dirty="0"/>
              <a:t>2.3</a:t>
            </a:r>
            <a:endParaRPr lang="en-US" sz="12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AE87008-9152-C0BA-3F10-5BAACBE19171}"/>
              </a:ext>
            </a:extLst>
          </p:cNvPr>
          <p:cNvSpPr txBox="1"/>
          <p:nvPr/>
        </p:nvSpPr>
        <p:spPr>
          <a:xfrm>
            <a:off x="10163879" y="4883264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200" dirty="0"/>
              <a:t>2.2</a:t>
            </a:r>
            <a:endParaRPr lang="en-US" sz="12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9245ADB-BDF6-5F46-44A4-A58BCB332376}"/>
              </a:ext>
            </a:extLst>
          </p:cNvPr>
          <p:cNvSpPr txBox="1"/>
          <p:nvPr/>
        </p:nvSpPr>
        <p:spPr>
          <a:xfrm>
            <a:off x="10138993" y="5429138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200" dirty="0"/>
              <a:t>2.1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3FC691-6454-697B-48E0-B5BC99A6517E}"/>
              </a:ext>
            </a:extLst>
          </p:cNvPr>
          <p:cNvSpPr txBox="1"/>
          <p:nvPr/>
        </p:nvSpPr>
        <p:spPr>
          <a:xfrm>
            <a:off x="7774629" y="5521554"/>
            <a:ext cx="300082" cy="36163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fi-FI" sz="1750" dirty="0"/>
              <a:t>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949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3B2D-731E-1332-7BA2-B0A9DC551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DA188-6DC1-37CA-9889-D9C6B41D8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184" y="319365"/>
            <a:ext cx="5744816" cy="809668"/>
          </a:xfrm>
        </p:spPr>
        <p:txBody>
          <a:bodyPr/>
          <a:lstStyle/>
          <a:p>
            <a:r>
              <a:rPr lang="fi-FI" dirty="0"/>
              <a:t>Data</a:t>
            </a:r>
            <a:endParaRPr lang="en-US" dirty="0"/>
          </a:p>
        </p:txBody>
      </p:sp>
      <p:pic>
        <p:nvPicPr>
          <p:cNvPr id="6" name="Picture Placeholder 5" descr="A large pipes in a tunnel&#10;&#10;AI-generated content may be incorrect.">
            <a:extLst>
              <a:ext uri="{FF2B5EF4-FFF2-40B4-BE49-F238E27FC236}">
                <a16:creationId xmlns:a16="http://schemas.microsoft.com/office/drawing/2014/main" id="{941F0F52-DD4F-DE98-A7DC-709D30BFFEA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16667" r="16667"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9028C-F568-EFD1-C9D4-5980DEC62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1184" y="2251005"/>
            <a:ext cx="5157787" cy="3684588"/>
          </a:xfrm>
        </p:spPr>
        <p:txBody>
          <a:bodyPr/>
          <a:lstStyle/>
          <a:p>
            <a:endParaRPr lang="fi-FI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sz="1800" dirty="0"/>
              <a:t>Data </a:t>
            </a:r>
            <a:r>
              <a:rPr lang="fi-FI" sz="1800" dirty="0" err="1"/>
              <a:t>provided</a:t>
            </a:r>
            <a:r>
              <a:rPr lang="fi-FI" sz="1800" dirty="0"/>
              <a:t> </a:t>
            </a:r>
            <a:r>
              <a:rPr lang="fi-FI" sz="1800" dirty="0" err="1"/>
              <a:t>from</a:t>
            </a:r>
            <a:r>
              <a:rPr lang="fi-FI" sz="1800" dirty="0"/>
              <a:t> a </a:t>
            </a:r>
            <a:r>
              <a:rPr lang="fi-FI" sz="1800" dirty="0" err="1"/>
              <a:t>period</a:t>
            </a:r>
            <a:r>
              <a:rPr lang="fi-FI" sz="1800" dirty="0"/>
              <a:t> of 14 </a:t>
            </a:r>
            <a:r>
              <a:rPr lang="fi-FI" sz="1800" dirty="0" err="1"/>
              <a:t>days</a:t>
            </a:r>
            <a:r>
              <a:rPr lang="fi-FI" sz="1800" dirty="0"/>
              <a:t>, </a:t>
            </a:r>
            <a:r>
              <a:rPr lang="fi-FI" sz="1800" dirty="0" err="1"/>
              <a:t>dt</a:t>
            </a:r>
            <a:r>
              <a:rPr lang="fi-FI" sz="1800" dirty="0"/>
              <a:t> 15 min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i-FI" sz="1800" dirty="0" err="1"/>
              <a:t>Inflow</a:t>
            </a:r>
            <a:r>
              <a:rPr lang="fi-FI" sz="1800" dirty="0"/>
              <a:t> to </a:t>
            </a:r>
            <a:r>
              <a:rPr lang="fi-FI" sz="1800" dirty="0" err="1"/>
              <a:t>tunnel</a:t>
            </a:r>
            <a:r>
              <a:rPr lang="fi-FI" sz="1800" dirty="0"/>
              <a:t> F1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i-FI" sz="1800" dirty="0" err="1"/>
              <a:t>Suction</a:t>
            </a:r>
            <a:r>
              <a:rPr lang="fi-FI" sz="1800" dirty="0"/>
              <a:t> </a:t>
            </a:r>
            <a:r>
              <a:rPr lang="fi-FI" sz="1800" dirty="0" err="1"/>
              <a:t>level</a:t>
            </a:r>
            <a:r>
              <a:rPr lang="fi-FI" sz="1800" dirty="0"/>
              <a:t> L1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i-FI" sz="1800" dirty="0">
                <a:ea typeface="Source Sans Pro"/>
              </a:rPr>
              <a:t>Volume of </a:t>
            </a:r>
            <a:r>
              <a:rPr lang="fi-FI" sz="1800" dirty="0" err="1">
                <a:ea typeface="Source Sans Pro"/>
              </a:rPr>
              <a:t>water</a:t>
            </a:r>
            <a:r>
              <a:rPr lang="fi-FI" sz="1800" dirty="0">
                <a:ea typeface="Source Sans Pro"/>
              </a:rPr>
              <a:t> in </a:t>
            </a:r>
            <a:r>
              <a:rPr lang="fi-FI" sz="1800" dirty="0" err="1">
                <a:ea typeface="Source Sans Pro"/>
              </a:rPr>
              <a:t>tunnel</a:t>
            </a:r>
            <a:r>
              <a:rPr lang="fi-FI" sz="1800" dirty="0">
                <a:ea typeface="Source Sans Pro"/>
              </a:rPr>
              <a:t> V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i-FI" sz="1800" dirty="0" err="1"/>
              <a:t>Pumped</a:t>
            </a:r>
            <a:r>
              <a:rPr lang="fi-FI" sz="1800" dirty="0"/>
              <a:t> </a:t>
            </a:r>
            <a:r>
              <a:rPr lang="fi-FI" sz="1800" dirty="0" err="1"/>
              <a:t>flow</a:t>
            </a:r>
            <a:r>
              <a:rPr lang="fi-FI" sz="1800" dirty="0"/>
              <a:t> per </a:t>
            </a:r>
            <a:r>
              <a:rPr lang="fi-FI" sz="1800" dirty="0" err="1"/>
              <a:t>pump</a:t>
            </a:r>
            <a:endParaRPr lang="fi-FI" sz="1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i-FI" sz="1800" dirty="0"/>
              <a:t>Power </a:t>
            </a:r>
            <a:r>
              <a:rPr lang="fi-FI" sz="1800" dirty="0" err="1"/>
              <a:t>intake</a:t>
            </a:r>
            <a:r>
              <a:rPr lang="fi-FI" sz="1800" dirty="0"/>
              <a:t> per </a:t>
            </a:r>
            <a:r>
              <a:rPr lang="fi-FI" sz="1800" dirty="0" err="1"/>
              <a:t>pump</a:t>
            </a:r>
            <a:endParaRPr lang="fi-FI" sz="1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i-FI" sz="1800" dirty="0" err="1"/>
              <a:t>Drive</a:t>
            </a:r>
            <a:r>
              <a:rPr lang="fi-FI" sz="1800" dirty="0"/>
              <a:t> </a:t>
            </a:r>
            <a:r>
              <a:rPr lang="fi-FI" sz="1800" dirty="0" err="1"/>
              <a:t>frequency</a:t>
            </a:r>
            <a:r>
              <a:rPr lang="fi-FI" sz="1800" dirty="0"/>
              <a:t> per </a:t>
            </a:r>
            <a:r>
              <a:rPr lang="fi-FI" sz="1800" dirty="0" err="1"/>
              <a:t>pump</a:t>
            </a:r>
            <a:endParaRPr lang="fi-FI" sz="1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i-FI" sz="1800" dirty="0" err="1">
                <a:ea typeface="Source Sans Pro"/>
              </a:rPr>
              <a:t>Electricity</a:t>
            </a:r>
            <a:r>
              <a:rPr lang="fi-FI" sz="1800" dirty="0">
                <a:ea typeface="Source Sans Pro"/>
              </a:rPr>
              <a:t> </a:t>
            </a:r>
            <a:r>
              <a:rPr lang="fi-FI" sz="1800" dirty="0" err="1">
                <a:ea typeface="Source Sans Pro"/>
              </a:rPr>
              <a:t>price</a:t>
            </a:r>
            <a:r>
              <a:rPr lang="fi-FI" sz="1800" dirty="0">
                <a:ea typeface="Source Sans Pro"/>
              </a:rPr>
              <a:t> as </a:t>
            </a:r>
            <a:r>
              <a:rPr lang="fi-FI" sz="1800" dirty="0" err="1">
                <a:ea typeface="Source Sans Pro"/>
              </a:rPr>
              <a:t>two</a:t>
            </a:r>
            <a:r>
              <a:rPr lang="fi-FI" sz="1800" dirty="0">
                <a:ea typeface="Source Sans Pro"/>
              </a:rPr>
              <a:t> </a:t>
            </a:r>
            <a:r>
              <a:rPr lang="fi-FI" sz="1800" dirty="0" err="1">
                <a:ea typeface="Source Sans Pro"/>
              </a:rPr>
              <a:t>alternative</a:t>
            </a:r>
            <a:r>
              <a:rPr lang="fi-FI" sz="1800" dirty="0">
                <a:ea typeface="Source Sans Pro"/>
              </a:rPr>
              <a:t> </a:t>
            </a:r>
            <a:r>
              <a:rPr lang="fi-FI" sz="1800" dirty="0" err="1">
                <a:ea typeface="Source Sans Pro"/>
              </a:rPr>
              <a:t>time</a:t>
            </a:r>
            <a:r>
              <a:rPr lang="fi-FI" sz="1800" dirty="0">
                <a:ea typeface="Source Sans Pro"/>
              </a:rPr>
              <a:t> </a:t>
            </a:r>
            <a:r>
              <a:rPr lang="fi-FI" sz="1800" dirty="0" err="1">
                <a:ea typeface="Source Sans Pro"/>
              </a:rPr>
              <a:t>series</a:t>
            </a:r>
            <a:endParaRPr lang="fi-FI" sz="1800" dirty="0">
              <a:ea typeface="Source Sans Pr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sz="1800" dirty="0" err="1">
                <a:ea typeface="Source Sans Pro"/>
              </a:rPr>
              <a:t>Other</a:t>
            </a:r>
            <a:r>
              <a:rPr lang="fi-FI" sz="1800" dirty="0">
                <a:ea typeface="Source Sans Pro"/>
              </a:rPr>
              <a:t>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i-FI" sz="1800" dirty="0">
                <a:ea typeface="Source Sans Pro"/>
              </a:rPr>
              <a:t>Formula for </a:t>
            </a:r>
            <a:r>
              <a:rPr lang="fi-FI" sz="1800" dirty="0" err="1">
                <a:ea typeface="Source Sans Pro"/>
              </a:rPr>
              <a:t>calculating</a:t>
            </a:r>
            <a:r>
              <a:rPr lang="fi-FI" sz="1800" dirty="0">
                <a:ea typeface="Source Sans Pro"/>
              </a:rPr>
              <a:t> V as </a:t>
            </a:r>
            <a:r>
              <a:rPr lang="fi-FI" sz="1800" dirty="0" err="1">
                <a:ea typeface="Source Sans Pro"/>
              </a:rPr>
              <a:t>function</a:t>
            </a:r>
            <a:r>
              <a:rPr lang="fi-FI" sz="1800" dirty="0">
                <a:ea typeface="Source Sans Pro"/>
              </a:rPr>
              <a:t> of L1</a:t>
            </a:r>
            <a:endParaRPr lang="fi-FI" sz="1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i-FI" sz="1800" dirty="0" err="1">
                <a:ea typeface="Source Sans Pro"/>
              </a:rPr>
              <a:t>Pump</a:t>
            </a:r>
            <a:r>
              <a:rPr lang="fi-FI" sz="1800" dirty="0">
                <a:ea typeface="Source Sans Pro"/>
              </a:rPr>
              <a:t> </a:t>
            </a:r>
            <a:r>
              <a:rPr lang="fi-FI" sz="1800" dirty="0" err="1">
                <a:ea typeface="Source Sans Pro"/>
              </a:rPr>
              <a:t>curves</a:t>
            </a:r>
            <a:r>
              <a:rPr lang="fi-FI" sz="1800" dirty="0">
                <a:ea typeface="Source Sans Pro"/>
              </a:rPr>
              <a:t> </a:t>
            </a:r>
            <a:r>
              <a:rPr lang="fi-FI" sz="1800" dirty="0" err="1">
                <a:ea typeface="Source Sans Pro"/>
              </a:rPr>
              <a:t>showing</a:t>
            </a:r>
            <a:r>
              <a:rPr lang="fi-FI" sz="1800" dirty="0">
                <a:ea typeface="Source Sans Pro"/>
              </a:rPr>
              <a:t> </a:t>
            </a:r>
            <a:r>
              <a:rPr lang="fi-FI" sz="1800" dirty="0" err="1">
                <a:ea typeface="Source Sans Pro"/>
              </a:rPr>
              <a:t>dependency</a:t>
            </a:r>
            <a:r>
              <a:rPr lang="fi-FI" sz="1800" dirty="0">
                <a:ea typeface="Source Sans Pro"/>
              </a:rPr>
              <a:t> of </a:t>
            </a:r>
            <a:r>
              <a:rPr lang="fi-FI" sz="1800" dirty="0" err="1">
                <a:ea typeface="Source Sans Pro"/>
              </a:rPr>
              <a:t>pumped</a:t>
            </a:r>
            <a:r>
              <a:rPr lang="fi-FI" sz="1800" dirty="0">
                <a:ea typeface="Source Sans Pro"/>
              </a:rPr>
              <a:t> </a:t>
            </a:r>
            <a:r>
              <a:rPr lang="fi-FI" sz="1800" dirty="0" err="1">
                <a:ea typeface="Source Sans Pro"/>
              </a:rPr>
              <a:t>flow</a:t>
            </a:r>
            <a:r>
              <a:rPr lang="fi-FI" sz="1800" dirty="0">
                <a:ea typeface="Source Sans Pro"/>
              </a:rPr>
              <a:t>, H and </a:t>
            </a:r>
            <a:r>
              <a:rPr lang="fi-FI" sz="1800" dirty="0">
                <a:latin typeface="Symbol" panose="05050102010706020507" pitchFamily="18" charset="2"/>
              </a:rPr>
              <a:t>h</a:t>
            </a:r>
            <a:endParaRPr lang="fi-FI" sz="1800" dirty="0">
              <a:ea typeface="Source Sans Pr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i-FI" sz="1800" dirty="0"/>
          </a:p>
        </p:txBody>
      </p:sp>
    </p:spTree>
    <p:extLst>
      <p:ext uri="{BB962C8B-B14F-4D97-AF65-F5344CB8AC3E}">
        <p14:creationId xmlns:p14="http://schemas.microsoft.com/office/powerpoint/2010/main" val="3919607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C9A2D-FCA9-DF22-79F5-1C71B46C1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EF5AB-2E79-DDAF-D21B-0A77BDC6D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184" y="319365"/>
            <a:ext cx="5744816" cy="809668"/>
          </a:xfrm>
        </p:spPr>
        <p:txBody>
          <a:bodyPr/>
          <a:lstStyle/>
          <a:p>
            <a:r>
              <a:rPr lang="fi-FI" dirty="0" err="1"/>
              <a:t>Boundary</a:t>
            </a:r>
            <a:r>
              <a:rPr lang="fi-FI" dirty="0"/>
              <a:t> </a:t>
            </a:r>
            <a:r>
              <a:rPr lang="fi-FI" dirty="0" err="1"/>
              <a:t>conditions</a:t>
            </a:r>
            <a:endParaRPr lang="en-US" dirty="0"/>
          </a:p>
        </p:txBody>
      </p:sp>
      <p:pic>
        <p:nvPicPr>
          <p:cNvPr id="6" name="Picture Placeholder 5" descr="A large pipes in a tunnel&#10;&#10;AI-generated content may be incorrect.">
            <a:extLst>
              <a:ext uri="{FF2B5EF4-FFF2-40B4-BE49-F238E27FC236}">
                <a16:creationId xmlns:a16="http://schemas.microsoft.com/office/drawing/2014/main" id="{A76D0744-415E-505D-405E-E41A9DEF48B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16667" r="16667"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C47AD-AA9C-D3A3-E085-DEA6BF4F7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15" y="3022732"/>
            <a:ext cx="5157787" cy="368458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sz="1600" dirty="0" err="1"/>
              <a:t>Pump</a:t>
            </a:r>
            <a:r>
              <a:rPr lang="fi-FI" sz="1600" dirty="0"/>
              <a:t> </a:t>
            </a:r>
            <a:r>
              <a:rPr lang="fi-FI" sz="1600" dirty="0" err="1"/>
              <a:t>capacities</a:t>
            </a:r>
            <a:r>
              <a:rPr lang="fi-FI" sz="1600" dirty="0"/>
              <a:t> (</a:t>
            </a:r>
            <a:r>
              <a:rPr lang="fi-FI" sz="1600" dirty="0" err="1"/>
              <a:t>see</a:t>
            </a:r>
            <a:r>
              <a:rPr lang="fi-FI" sz="1600" dirty="0"/>
              <a:t> </a:t>
            </a:r>
            <a:r>
              <a:rPr lang="fi-FI" sz="1600" dirty="0" err="1"/>
              <a:t>pump</a:t>
            </a:r>
            <a:r>
              <a:rPr lang="fi-FI" sz="1600" dirty="0"/>
              <a:t> </a:t>
            </a:r>
            <a:r>
              <a:rPr lang="fi-FI" sz="1600" dirty="0" err="1"/>
              <a:t>curves</a:t>
            </a:r>
            <a:r>
              <a:rPr lang="fi-FI" sz="1600" dirty="0"/>
              <a:t> and data)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sz="1600" dirty="0">
                <a:ea typeface="Source Sans Pro"/>
              </a:rPr>
              <a:t>Min and </a:t>
            </a:r>
            <a:r>
              <a:rPr lang="fi-FI" sz="1600" dirty="0" err="1">
                <a:ea typeface="Source Sans Pro"/>
              </a:rPr>
              <a:t>max</a:t>
            </a:r>
            <a:r>
              <a:rPr lang="fi-FI" sz="1600" dirty="0">
                <a:ea typeface="Source Sans Pro"/>
              </a:rPr>
              <a:t> </a:t>
            </a:r>
            <a:r>
              <a:rPr lang="fi-FI" sz="1600" dirty="0" err="1">
                <a:ea typeface="Source Sans Pro"/>
              </a:rPr>
              <a:t>limits</a:t>
            </a:r>
            <a:r>
              <a:rPr lang="fi-FI" sz="1600" dirty="0">
                <a:ea typeface="Source Sans Pro"/>
              </a:rPr>
              <a:t> for L1</a:t>
            </a:r>
            <a:endParaRPr lang="fi-FI" sz="1600" b="1" dirty="0"/>
          </a:p>
          <a:p>
            <a:pPr marL="800100" lvl="1" indent="-342900">
              <a:buFont typeface="Wingdings" panose="020B0604020202020204" pitchFamily="34" charset="0"/>
              <a:buChar char="§"/>
            </a:pPr>
            <a:r>
              <a:rPr lang="fi-FI" sz="1600" dirty="0">
                <a:ea typeface="Source Sans Pro"/>
              </a:rPr>
              <a:t>L1min: </a:t>
            </a:r>
            <a:r>
              <a:rPr lang="fi-FI" sz="1600" b="1" dirty="0">
                <a:ea typeface="Source Sans Pro"/>
              </a:rPr>
              <a:t>0 m</a:t>
            </a:r>
            <a:endParaRPr lang="fi-FI" sz="1600" b="1" dirty="0"/>
          </a:p>
          <a:p>
            <a:pPr marL="800100" lvl="1" indent="-342900">
              <a:buFont typeface="Wingdings" panose="020B0604020202020204" pitchFamily="34" charset="0"/>
              <a:buChar char="§"/>
            </a:pPr>
            <a:r>
              <a:rPr lang="fi-FI" sz="1600" dirty="0">
                <a:ea typeface="Source Sans Pro"/>
              </a:rPr>
              <a:t>L1max:</a:t>
            </a:r>
            <a:r>
              <a:rPr lang="fi-FI" sz="1600" b="1" dirty="0">
                <a:ea typeface="Source Sans Pro"/>
              </a:rPr>
              <a:t> 8 m</a:t>
            </a:r>
            <a:endParaRPr lang="fi-FI" sz="16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sz="1600" dirty="0"/>
              <a:t>L2: </a:t>
            </a:r>
            <a:r>
              <a:rPr lang="fi-FI" sz="1600" b="1" dirty="0"/>
              <a:t>30 m</a:t>
            </a:r>
            <a:endParaRPr lang="fi-FI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sz="1600" dirty="0" err="1"/>
              <a:t>Pumped</a:t>
            </a:r>
            <a:r>
              <a:rPr lang="fi-FI" sz="1600" dirty="0"/>
              <a:t> </a:t>
            </a:r>
            <a:r>
              <a:rPr lang="fi-FI" sz="1600" dirty="0" err="1"/>
              <a:t>flow</a:t>
            </a:r>
            <a:r>
              <a:rPr lang="fi-FI" sz="1600" dirty="0"/>
              <a:t> to WWTP (F2) </a:t>
            </a:r>
            <a:r>
              <a:rPr lang="fi-FI" sz="1600" dirty="0" err="1"/>
              <a:t>should</a:t>
            </a:r>
            <a:r>
              <a:rPr lang="fi-FI" sz="1600" dirty="0"/>
              <a:t> </a:t>
            </a:r>
            <a:r>
              <a:rPr lang="fi-FI" sz="1600" dirty="0" err="1"/>
              <a:t>be</a:t>
            </a:r>
            <a:r>
              <a:rPr lang="fi-FI" sz="1600" dirty="0"/>
              <a:t> as </a:t>
            </a:r>
            <a:r>
              <a:rPr lang="fi-FI" sz="1600" dirty="0" err="1"/>
              <a:t>close</a:t>
            </a:r>
            <a:r>
              <a:rPr lang="fi-FI" sz="1600" dirty="0"/>
              <a:t> to </a:t>
            </a:r>
            <a:r>
              <a:rPr lang="fi-FI" sz="1600" dirty="0" err="1"/>
              <a:t>constant</a:t>
            </a:r>
            <a:r>
              <a:rPr lang="fi-FI" sz="1600" dirty="0"/>
              <a:t> as </a:t>
            </a:r>
            <a:r>
              <a:rPr lang="fi-FI" sz="1600" dirty="0" err="1"/>
              <a:t>possible</a:t>
            </a:r>
            <a:r>
              <a:rPr lang="fi-FI" sz="1600" dirty="0"/>
              <a:t>, </a:t>
            </a:r>
            <a:r>
              <a:rPr lang="fi-FI" sz="1600" dirty="0" err="1"/>
              <a:t>with</a:t>
            </a:r>
            <a:r>
              <a:rPr lang="fi-FI" sz="1600" dirty="0"/>
              <a:t> </a:t>
            </a:r>
            <a:r>
              <a:rPr lang="fi-FI" sz="1600" dirty="0" err="1"/>
              <a:t>smooth</a:t>
            </a:r>
            <a:r>
              <a:rPr lang="fi-FI" sz="1600" dirty="0"/>
              <a:t> </a:t>
            </a:r>
            <a:r>
              <a:rPr lang="fi-FI" sz="1600" dirty="0" err="1"/>
              <a:t>changes</a:t>
            </a:r>
            <a:endParaRPr lang="fi-FI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sz="1600" dirty="0" err="1"/>
              <a:t>Pumping</a:t>
            </a:r>
            <a:r>
              <a:rPr lang="fi-FI" sz="1600" dirty="0"/>
              <a:t> </a:t>
            </a:r>
            <a:r>
              <a:rPr lang="fi-FI" sz="1600" dirty="0" err="1"/>
              <a:t>must</a:t>
            </a:r>
            <a:r>
              <a:rPr lang="fi-FI" sz="1600" dirty="0"/>
              <a:t> </a:t>
            </a:r>
            <a:r>
              <a:rPr lang="fi-FI" sz="1600" dirty="0" err="1"/>
              <a:t>not</a:t>
            </a:r>
            <a:r>
              <a:rPr lang="fi-FI" sz="1600" dirty="0"/>
              <a:t> </a:t>
            </a:r>
            <a:r>
              <a:rPr lang="fi-FI" sz="1600" dirty="0" err="1"/>
              <a:t>be</a:t>
            </a:r>
            <a:r>
              <a:rPr lang="fi-FI" sz="1600" dirty="0"/>
              <a:t> </a:t>
            </a:r>
            <a:r>
              <a:rPr lang="fi-FI" sz="1600" dirty="0" err="1"/>
              <a:t>stopped</a:t>
            </a:r>
            <a:r>
              <a:rPr lang="fi-FI" sz="1600" dirty="0"/>
              <a:t> </a:t>
            </a:r>
            <a:r>
              <a:rPr lang="fi-FI" sz="1600" dirty="0" err="1"/>
              <a:t>entirely</a:t>
            </a:r>
            <a:endParaRPr lang="fi-FI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sz="1600" dirty="0" err="1"/>
              <a:t>Pumps</a:t>
            </a:r>
            <a:r>
              <a:rPr lang="fi-FI" sz="1600" dirty="0"/>
              <a:t> </a:t>
            </a:r>
            <a:r>
              <a:rPr lang="fi-FI" sz="1600" dirty="0" err="1"/>
              <a:t>must</a:t>
            </a:r>
            <a:r>
              <a:rPr lang="fi-FI" sz="1600" dirty="0"/>
              <a:t> </a:t>
            </a:r>
            <a:r>
              <a:rPr lang="fi-FI" sz="1600" dirty="0" err="1"/>
              <a:t>not</a:t>
            </a:r>
            <a:r>
              <a:rPr lang="fi-FI" sz="1600" dirty="0"/>
              <a:t> </a:t>
            </a:r>
            <a:r>
              <a:rPr lang="fi-FI" sz="1600" dirty="0" err="1"/>
              <a:t>start</a:t>
            </a:r>
            <a:r>
              <a:rPr lang="fi-FI" sz="1600" dirty="0"/>
              <a:t> and stop </a:t>
            </a:r>
            <a:r>
              <a:rPr lang="fi-FI" sz="1600" dirty="0" err="1"/>
              <a:t>frequently</a:t>
            </a:r>
            <a:r>
              <a:rPr lang="fi-FI" sz="1600" dirty="0"/>
              <a:t> (&lt;2h)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sz="1600" dirty="0" err="1"/>
              <a:t>Pumps</a:t>
            </a:r>
            <a:r>
              <a:rPr lang="fi-FI" sz="1600" dirty="0"/>
              <a:t> to </a:t>
            </a:r>
            <a:r>
              <a:rPr lang="fi-FI" sz="1600" dirty="0" err="1"/>
              <a:t>be</a:t>
            </a:r>
            <a:r>
              <a:rPr lang="fi-FI" sz="1600" dirty="0"/>
              <a:t> </a:t>
            </a:r>
            <a:r>
              <a:rPr lang="fi-FI" sz="1600" dirty="0" err="1"/>
              <a:t>operated</a:t>
            </a:r>
            <a:r>
              <a:rPr lang="fi-FI" sz="1600" dirty="0"/>
              <a:t> at </a:t>
            </a:r>
            <a:r>
              <a:rPr lang="fi-FI" sz="1600" dirty="0" err="1"/>
              <a:t>or</a:t>
            </a:r>
            <a:r>
              <a:rPr lang="fi-FI" sz="1600" dirty="0"/>
              <a:t> </a:t>
            </a:r>
            <a:r>
              <a:rPr lang="fi-FI" sz="1600" dirty="0" err="1"/>
              <a:t>close</a:t>
            </a:r>
            <a:r>
              <a:rPr lang="fi-FI" sz="1600" dirty="0"/>
              <a:t> to </a:t>
            </a:r>
            <a:r>
              <a:rPr lang="fi-FI" sz="1600" dirty="0" err="1"/>
              <a:t>full</a:t>
            </a:r>
            <a:r>
              <a:rPr lang="fi-FI" sz="1600" dirty="0"/>
              <a:t> </a:t>
            </a:r>
            <a:r>
              <a:rPr lang="fi-FI" sz="1600" dirty="0" err="1"/>
              <a:t>speed</a:t>
            </a:r>
            <a:r>
              <a:rPr lang="fi-FI" sz="1600" dirty="0"/>
              <a:t> (&gt;47,5 Hz)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sz="1600" dirty="0" err="1"/>
              <a:t>Good</a:t>
            </a:r>
            <a:r>
              <a:rPr lang="fi-FI" sz="1600" dirty="0"/>
              <a:t> </a:t>
            </a:r>
            <a:r>
              <a:rPr lang="fi-FI" sz="1600" dirty="0" err="1"/>
              <a:t>pump</a:t>
            </a:r>
            <a:r>
              <a:rPr lang="fi-FI" sz="1600" dirty="0"/>
              <a:t> </a:t>
            </a:r>
            <a:r>
              <a:rPr lang="fi-FI" sz="1600" dirty="0" err="1"/>
              <a:t>efficiency</a:t>
            </a:r>
            <a:r>
              <a:rPr lang="fi-FI" sz="1600" dirty="0"/>
              <a:t> is </a:t>
            </a:r>
            <a:r>
              <a:rPr lang="fi-FI" sz="1600" dirty="0" err="1"/>
              <a:t>desirable</a:t>
            </a:r>
            <a:endParaRPr lang="fi-FI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sz="1600" dirty="0" err="1">
                <a:ea typeface="Source Sans Pro"/>
              </a:rPr>
              <a:t>Tunnel</a:t>
            </a:r>
            <a:r>
              <a:rPr lang="fi-FI" sz="1600" dirty="0">
                <a:ea typeface="Source Sans Pro"/>
              </a:rPr>
              <a:t> </a:t>
            </a:r>
            <a:r>
              <a:rPr lang="fi-FI" sz="1600" dirty="0" err="1">
                <a:ea typeface="Source Sans Pro"/>
              </a:rPr>
              <a:t>must</a:t>
            </a:r>
            <a:r>
              <a:rPr lang="fi-FI" sz="1600" dirty="0">
                <a:ea typeface="Source Sans Pro"/>
              </a:rPr>
              <a:t> </a:t>
            </a:r>
            <a:r>
              <a:rPr lang="fi-FI" sz="1600" dirty="0" err="1">
                <a:ea typeface="Source Sans Pro"/>
              </a:rPr>
              <a:t>be</a:t>
            </a:r>
            <a:r>
              <a:rPr lang="fi-FI" sz="1600" dirty="0">
                <a:ea typeface="Source Sans Pro"/>
              </a:rPr>
              <a:t> </a:t>
            </a:r>
            <a:r>
              <a:rPr lang="fi-FI" sz="1600" dirty="0" err="1">
                <a:ea typeface="Source Sans Pro"/>
              </a:rPr>
              <a:t>emptied</a:t>
            </a:r>
            <a:r>
              <a:rPr lang="fi-FI" sz="1600">
                <a:ea typeface="Source Sans Pro"/>
              </a:rPr>
              <a:t> (L1 &lt; 0,5 </a:t>
            </a:r>
            <a:r>
              <a:rPr lang="fi-FI" sz="1600" dirty="0">
                <a:ea typeface="Source Sans Pro"/>
              </a:rPr>
              <a:t>m) </a:t>
            </a:r>
            <a:r>
              <a:rPr lang="fi-FI" sz="1600" dirty="0" err="1">
                <a:ea typeface="Source Sans Pro"/>
              </a:rPr>
              <a:t>once</a:t>
            </a:r>
            <a:r>
              <a:rPr lang="fi-FI" sz="1600" dirty="0">
                <a:ea typeface="Source Sans Pro"/>
              </a:rPr>
              <a:t> </a:t>
            </a:r>
            <a:r>
              <a:rPr lang="fi-FI" sz="1600" dirty="0" err="1">
                <a:ea typeface="Source Sans Pro"/>
              </a:rPr>
              <a:t>every</a:t>
            </a:r>
            <a:r>
              <a:rPr lang="fi-FI" sz="1600" dirty="0">
                <a:ea typeface="Source Sans Pro"/>
              </a:rPr>
              <a:t> </a:t>
            </a:r>
            <a:r>
              <a:rPr lang="fi-FI" sz="1600" dirty="0" err="1">
                <a:ea typeface="Source Sans Pro"/>
              </a:rPr>
              <a:t>day</a:t>
            </a:r>
            <a:r>
              <a:rPr lang="fi-FI" sz="1600" dirty="0">
                <a:ea typeface="Source Sans Pro"/>
              </a:rPr>
              <a:t> </a:t>
            </a:r>
            <a:r>
              <a:rPr lang="fi-FI" sz="1600" dirty="0" err="1">
                <a:ea typeface="Source Sans Pro"/>
              </a:rPr>
              <a:t>during</a:t>
            </a:r>
            <a:r>
              <a:rPr lang="fi-FI" sz="1600" dirty="0">
                <a:ea typeface="Source Sans Pro"/>
              </a:rPr>
              <a:t> </a:t>
            </a:r>
            <a:r>
              <a:rPr lang="fi-FI" sz="1600" dirty="0" err="1">
                <a:ea typeface="Source Sans Pro"/>
              </a:rPr>
              <a:t>low</a:t>
            </a:r>
            <a:r>
              <a:rPr lang="fi-FI" sz="1600" dirty="0">
                <a:ea typeface="Source Sans Pro"/>
              </a:rPr>
              <a:t> </a:t>
            </a:r>
            <a:r>
              <a:rPr lang="fi-FI" sz="1600" dirty="0" err="1">
                <a:ea typeface="Source Sans Pro"/>
              </a:rPr>
              <a:t>inflow</a:t>
            </a:r>
            <a:r>
              <a:rPr lang="fi-FI" sz="1600" dirty="0">
                <a:ea typeface="Source Sans Pro"/>
              </a:rPr>
              <a:t> </a:t>
            </a:r>
            <a:endParaRPr lang="fi-FI" sz="1600" dirty="0"/>
          </a:p>
          <a:p>
            <a:pPr marL="800100" lvl="1" indent="-342900">
              <a:buFont typeface="Wingdings" panose="020B0604020202020204" pitchFamily="34" charset="0"/>
              <a:buChar char="§"/>
            </a:pPr>
            <a:r>
              <a:rPr lang="fi-FI" sz="1600" dirty="0" err="1">
                <a:ea typeface="Source Sans Pro"/>
              </a:rPr>
              <a:t>Not</a:t>
            </a:r>
            <a:r>
              <a:rPr lang="fi-FI" sz="1600" dirty="0">
                <a:ea typeface="Source Sans Pro"/>
              </a:rPr>
              <a:t> </a:t>
            </a:r>
            <a:r>
              <a:rPr lang="fi-FI" sz="1600" dirty="0" err="1">
                <a:ea typeface="Source Sans Pro"/>
              </a:rPr>
              <a:t>necessary</a:t>
            </a:r>
            <a:r>
              <a:rPr lang="fi-FI" sz="1600" dirty="0">
                <a:ea typeface="Source Sans Pro"/>
              </a:rPr>
              <a:t> </a:t>
            </a:r>
            <a:r>
              <a:rPr lang="fi-FI" sz="1600" dirty="0" err="1">
                <a:ea typeface="Source Sans Pro"/>
              </a:rPr>
              <a:t>during</a:t>
            </a:r>
            <a:r>
              <a:rPr lang="fi-FI" sz="1600" dirty="0">
                <a:ea typeface="Source Sans Pro"/>
              </a:rPr>
              <a:t> </a:t>
            </a:r>
            <a:r>
              <a:rPr lang="fi-FI" sz="1600" dirty="0" err="1">
                <a:ea typeface="Source Sans Pro"/>
              </a:rPr>
              <a:t>rain</a:t>
            </a:r>
            <a:r>
              <a:rPr lang="fi-FI" sz="1600" dirty="0">
                <a:ea typeface="Source Sans Pro"/>
              </a:rPr>
              <a:t> </a:t>
            </a:r>
            <a:r>
              <a:rPr lang="fi-FI" sz="1600" dirty="0" err="1">
                <a:ea typeface="Source Sans Pro"/>
              </a:rPr>
              <a:t>events</a:t>
            </a:r>
            <a:r>
              <a:rPr lang="fi-FI" sz="1600" dirty="0">
                <a:ea typeface="Source Sans Pro"/>
              </a:rPr>
              <a:t> (</a:t>
            </a:r>
            <a:r>
              <a:rPr lang="fi-FI" sz="1600" dirty="0" err="1">
                <a:ea typeface="Source Sans Pro"/>
              </a:rPr>
              <a:t>high</a:t>
            </a:r>
            <a:r>
              <a:rPr lang="fi-FI" sz="1600" dirty="0">
                <a:ea typeface="Source Sans Pro"/>
              </a:rPr>
              <a:t> </a:t>
            </a:r>
            <a:r>
              <a:rPr lang="fi-FI" sz="1600" dirty="0" err="1">
                <a:ea typeface="Source Sans Pro"/>
              </a:rPr>
              <a:t>inflow</a:t>
            </a:r>
            <a:r>
              <a:rPr lang="fi-FI" sz="1600" dirty="0">
                <a:ea typeface="Source Sans Pro"/>
              </a:rPr>
              <a:t>) </a:t>
            </a:r>
            <a:endParaRPr lang="fi-FI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i-FI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i-FI" sz="1600" dirty="0"/>
          </a:p>
        </p:txBody>
      </p:sp>
    </p:spTree>
    <p:extLst>
      <p:ext uri="{BB962C8B-B14F-4D97-AF65-F5344CB8AC3E}">
        <p14:creationId xmlns:p14="http://schemas.microsoft.com/office/powerpoint/2010/main" val="1569190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/>
              <a:t>Phenomena &amp; Dynamics</a:t>
            </a:r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397923">
              <a:spcBef>
                <a:spcPts val="1600"/>
              </a:spcBef>
              <a:buClr>
                <a:schemeClr val="dk1"/>
              </a:buClr>
              <a:buSzPts val="1100"/>
            </a:pPr>
            <a:r>
              <a:rPr lang="en" dirty="0">
                <a:solidFill>
                  <a:schemeClr val="dk1"/>
                </a:solidFill>
              </a:rPr>
              <a:t>Large tunnel volume = delay between pump activation and impact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indent="-397923">
              <a:buClr>
                <a:schemeClr val="dk1"/>
              </a:buClr>
              <a:buSzPts val="1100"/>
            </a:pPr>
            <a:r>
              <a:rPr lang="en" dirty="0">
                <a:solidFill>
                  <a:schemeClr val="dk1"/>
                </a:solidFill>
              </a:rPr>
              <a:t>Seasonality, daily usage cycle: morning &amp; evening peaks, low night consumption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indent="-397923">
              <a:buClr>
                <a:schemeClr val="dk1"/>
              </a:buClr>
              <a:buSzPts val="1100"/>
            </a:pPr>
            <a:r>
              <a:rPr lang="en" dirty="0">
                <a:solidFill>
                  <a:schemeClr val="dk1"/>
                </a:solidFill>
              </a:rPr>
              <a:t>Storm rain effect: rapid, episodic increase in inflow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/>
              <a:t>Technical Setup &amp; Limitations</a:t>
            </a:r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Dataset: 14 d</a:t>
            </a:r>
          </a:p>
          <a:p>
            <a:pPr>
              <a:lnSpc>
                <a:spcPct val="114999"/>
              </a:lnSpc>
              <a:buClr>
                <a:schemeClr val="dk1"/>
              </a:buClr>
            </a:pPr>
            <a:endParaRPr lang="en" dirty="0">
              <a:solidFill>
                <a:schemeClr val="dk1"/>
              </a:solidFill>
            </a:endParaRPr>
          </a:p>
          <a:p>
            <a:pPr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Data format: CSV / Excel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Simulation: Offline Python-based model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Optional: Feedforward control or multi-agent AI-based logic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Visualization: Cross-sectional view with topography, tanks, and pumps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/>
              <a:t>Targeted Outcome</a:t>
            </a:r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Data-driven, intelligent pump control algorithm</a:t>
            </a:r>
            <a:br>
              <a:rPr lang="en" dirty="0"/>
            </a:br>
            <a:endParaRPr dirty="0">
              <a:solidFill>
                <a:schemeClr val="dk1"/>
              </a:solidFill>
            </a:endParaRPr>
          </a:p>
          <a:p>
            <a:pPr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Accounts for delay, demand peaks, rainfall, and electricity price</a:t>
            </a:r>
          </a:p>
          <a:p>
            <a:pPr>
              <a:buClr>
                <a:schemeClr val="dk1"/>
              </a:buClr>
            </a:pPr>
            <a:endParaRPr lang="en" dirty="0">
              <a:solidFill>
                <a:schemeClr val="dk1"/>
              </a:solidFill>
            </a:endParaRPr>
          </a:p>
          <a:p>
            <a:pPr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Accounting for pump efficiency is a plus</a:t>
            </a:r>
          </a:p>
          <a:p>
            <a:pPr>
              <a:lnSpc>
                <a:spcPct val="114999"/>
              </a:lnSpc>
              <a:buClr>
                <a:schemeClr val="dk1"/>
              </a:buClr>
            </a:pPr>
            <a:endParaRPr lang="en" dirty="0">
              <a:solidFill>
                <a:schemeClr val="dk1"/>
              </a:solidFill>
            </a:endParaRPr>
          </a:p>
          <a:p>
            <a:pPr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Allows scenario testing in a simulation environment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/>
              <a:t>Further Development Potential</a:t>
            </a:r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Generic solution applicable to other waste water plants e.g. Viikinmäki (HSY), Sulkavuori (Tampereen keskuspuhdistamo), Kakola (Turun vesi</a:t>
            </a:r>
            <a:r>
              <a:rPr lang="en">
                <a:solidFill>
                  <a:schemeClr val="dk1"/>
                </a:solidFill>
              </a:rPr>
              <a:t>) and others in </a:t>
            </a:r>
            <a:r>
              <a:rPr lang="en" dirty="0">
                <a:solidFill>
                  <a:schemeClr val="dk1"/>
                </a:solidFill>
              </a:rPr>
              <a:t>Finland / globally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Potential for productization through collaboration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Possible integration with OPC UA/Digital Twin architecture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HSY">
      <a:dk1>
        <a:srgbClr val="000000"/>
      </a:dk1>
      <a:lt1>
        <a:srgbClr val="FFFFFF"/>
      </a:lt1>
      <a:dk2>
        <a:srgbClr val="2D6B67"/>
      </a:dk2>
      <a:lt2>
        <a:srgbClr val="E7E6E6"/>
      </a:lt2>
      <a:accent1>
        <a:srgbClr val="51A0A3"/>
      </a:accent1>
      <a:accent2>
        <a:srgbClr val="5A5A5A"/>
      </a:accent2>
      <a:accent3>
        <a:srgbClr val="AC85B9"/>
      </a:accent3>
      <a:accent4>
        <a:srgbClr val="4D97C2"/>
      </a:accent4>
      <a:accent5>
        <a:srgbClr val="4D936F"/>
      </a:accent5>
      <a:accent6>
        <a:srgbClr val="C75249"/>
      </a:accent6>
      <a:hlink>
        <a:srgbClr val="2D6B67"/>
      </a:hlink>
      <a:folHlink>
        <a:srgbClr val="595959"/>
      </a:folHlink>
    </a:clrScheme>
    <a:fontScheme name="HSY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SY-esityspohja-2024-adminversio.potx" id="{A9806C2E-87B7-4622-B820-5FAFD06561DA}" vid="{522F1ABD-8B81-404F-B8FD-2E8BBC811CF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A467225D7D4446B2807C87C21FDC7A" ma:contentTypeVersion="18" ma:contentTypeDescription="Create a new document." ma:contentTypeScope="" ma:versionID="203db3203effdd54e155e15cd5a2ecc8">
  <xsd:schema xmlns:xsd="http://www.w3.org/2001/XMLSchema" xmlns:xs="http://www.w3.org/2001/XMLSchema" xmlns:p="http://schemas.microsoft.com/office/2006/metadata/properties" xmlns:ns2="45036551-d585-4001-9a34-88abbf450282" xmlns:ns3="a34d3a1a-1159-47d8-8dd9-1b2c26183ebe" targetNamespace="http://schemas.microsoft.com/office/2006/metadata/properties" ma:root="true" ma:fieldsID="6e0ddd8e1bad25e456335cd92b1871fa" ns2:_="" ns3:_="">
    <xsd:import namespace="45036551-d585-4001-9a34-88abbf450282"/>
    <xsd:import namespace="a34d3a1a-1159-47d8-8dd9-1b2c26183e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036551-d585-4001-9a34-88abbf4502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bf2f417d-3ba6-4fda-8fd6-81fbccefeab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4d3a1a-1159-47d8-8dd9-1b2c26183eb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dcb1ef5c-08c4-4c6d-95f7-5585a2970f1f}" ma:internalName="TaxCatchAll" ma:showField="CatchAllData" ma:web="a34d3a1a-1159-47d8-8dd9-1b2c26183eb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34d3a1a-1159-47d8-8dd9-1b2c26183ebe" xsi:nil="true"/>
    <lcf76f155ced4ddcb4097134ff3c332f xmlns="45036551-d585-4001-9a34-88abbf45028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83AB224-806E-4D15-9260-3D9C7A5F60F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BD094E-53AD-4A66-B8A7-EBE21F1FBC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036551-d585-4001-9a34-88abbf450282"/>
    <ds:schemaRef ds:uri="a34d3a1a-1159-47d8-8dd9-1b2c26183e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300E19-E5FA-4FA7-B953-74DB7B76B86B}">
  <ds:schemaRefs>
    <ds:schemaRef ds:uri="45036551-d585-4001-9a34-88abbf450282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a34d3a1a-1159-47d8-8dd9-1b2c26183ebe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5d5ccdeb-a00b-4db8-aed8-e40b73cd6762}" enabled="1" method="Privileged" siteId="{95b14aa0-1026-4292-a4dd-7c9396e0729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PowerPoint_mallipohja</Template>
  <TotalTime>258</TotalTime>
  <Words>479</Words>
  <Application>Microsoft Office PowerPoint</Application>
  <PresentationFormat>Widescreen</PresentationFormat>
  <Paragraphs>75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Symbol</vt:lpstr>
      <vt:lpstr>Source Sans Pro</vt:lpstr>
      <vt:lpstr>Wingdings</vt:lpstr>
      <vt:lpstr>Source Sans Pro Semibold</vt:lpstr>
      <vt:lpstr>Arial</vt:lpstr>
      <vt:lpstr>Calibri</vt:lpstr>
      <vt:lpstr>Office-teema</vt:lpstr>
      <vt:lpstr>Optimizing Wastewater Pumping</vt:lpstr>
      <vt:lpstr>Task</vt:lpstr>
      <vt:lpstr>System Description</vt:lpstr>
      <vt:lpstr>Data</vt:lpstr>
      <vt:lpstr>Boundary conditions</vt:lpstr>
      <vt:lpstr>Phenomena &amp; Dynamics</vt:lpstr>
      <vt:lpstr>Technical Setup &amp; Limitations</vt:lpstr>
      <vt:lpstr>Targeted Outcome</vt:lpstr>
      <vt:lpstr>Further Development Potential</vt:lpstr>
    </vt:vector>
  </TitlesOfParts>
  <Company>HSY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Sahlstedt Kristian</dc:creator>
  <cp:lastModifiedBy>Sahlstedt Kristian</cp:lastModifiedBy>
  <cp:revision>24</cp:revision>
  <cp:lastPrinted>2024-02-05T13:02:43Z</cp:lastPrinted>
  <dcterms:created xsi:type="dcterms:W3CDTF">2025-10-16T09:38:46Z</dcterms:created>
  <dcterms:modified xsi:type="dcterms:W3CDTF">2025-11-10T07:55:17Z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0x01010013A467225D7D4446B2807C87C21FDC7A</vt:lpwstr>
  </property>
  <property fmtid="{D5CDD505-2E9C-101B-9397-08002B2CF9AE}" pid="3" name="MediaServiceImageTags">
    <vt:lpwstr/>
  </property>
</Properties>
</file>